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3"/>
  </p:notesMasterIdLst>
  <p:sldIdLst>
    <p:sldId id="256" r:id="rId2"/>
    <p:sldId id="260" r:id="rId3"/>
    <p:sldId id="267" r:id="rId4"/>
    <p:sldId id="272" r:id="rId5"/>
    <p:sldId id="275" r:id="rId6"/>
    <p:sldId id="276" r:id="rId7"/>
    <p:sldId id="257" r:id="rId8"/>
    <p:sldId id="277" r:id="rId9"/>
    <p:sldId id="278" r:id="rId10"/>
    <p:sldId id="280" r:id="rId11"/>
    <p:sldId id="279" r:id="rId12"/>
  </p:sldIdLst>
  <p:sldSz cx="9144000" cy="5143500" type="screen16x9"/>
  <p:notesSz cx="6858000" cy="9144000"/>
  <p:embeddedFontLst>
    <p:embeddedFont>
      <p:font typeface="Cascadia Code SemiBold" panose="020B0609020000020004" pitchFamily="49" charset="0"/>
      <p:bold r:id="rId14"/>
      <p:boldItalic r:id="rId15"/>
    </p:embeddedFont>
    <p:embeddedFont>
      <p:font typeface="Figtree Black" panose="020B0604020202020204" charset="0"/>
      <p:bold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786E2C-422F-4CA5-9C51-A597ED9EB7CF}">
  <a:tblStyle styleId="{4C786E2C-422F-4CA5-9C51-A597ED9EB7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C51D300-AFF2-4434-9323-42065A2A8A5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78116429e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78116429e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1258269c9b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21258269c9b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330b26925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330b26925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4976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1258269c9b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21258269c9b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448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0f9e629e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0f9e629e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0f9e629e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0f9e629e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7486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0f9e629e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0f9e629e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7021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0f9e629e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0f9e629e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7570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0f9e629e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0f9e629e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552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57425" y="257800"/>
            <a:ext cx="8635513" cy="4634633"/>
          </a:xfrm>
          <a:custGeom>
            <a:avLst/>
            <a:gdLst/>
            <a:ahLst/>
            <a:cxnLst/>
            <a:rect l="l" t="t" r="r" b="b"/>
            <a:pathLst>
              <a:path w="362494" h="195678" extrusionOk="0">
                <a:moveTo>
                  <a:pt x="0" y="195414"/>
                </a:moveTo>
                <a:lnTo>
                  <a:pt x="0" y="0"/>
                </a:lnTo>
                <a:lnTo>
                  <a:pt x="23830" y="0"/>
                </a:lnTo>
                <a:lnTo>
                  <a:pt x="28871" y="8732"/>
                </a:lnTo>
                <a:lnTo>
                  <a:pt x="362494" y="8732"/>
                </a:lnTo>
                <a:lnTo>
                  <a:pt x="362494" y="195678"/>
                </a:ln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76200" dir="3000000" algn="bl" rotWithShape="0">
              <a:srgbClr val="16292D">
                <a:alpha val="20000"/>
              </a:srgbClr>
            </a:outerShdw>
          </a:effectLst>
        </p:spPr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333275" y="1573125"/>
            <a:ext cx="4596600" cy="153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333275" y="3312217"/>
            <a:ext cx="45966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4"/>
          <p:cNvGrpSpPr/>
          <p:nvPr/>
        </p:nvGrpSpPr>
        <p:grpSpPr>
          <a:xfrm>
            <a:off x="255900" y="254850"/>
            <a:ext cx="8632200" cy="4633800"/>
            <a:chOff x="255900" y="254850"/>
            <a:chExt cx="8632200" cy="4633800"/>
          </a:xfrm>
        </p:grpSpPr>
        <p:sp>
          <p:nvSpPr>
            <p:cNvPr id="19" name="Google Shape;19;p4"/>
            <p:cNvSpPr/>
            <p:nvPr/>
          </p:nvSpPr>
          <p:spPr>
            <a:xfrm>
              <a:off x="255900" y="254850"/>
              <a:ext cx="8632200" cy="4633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76200" dir="3000000" algn="bl" rotWithShape="0">
                <a:srgbClr val="16292D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255900" y="254850"/>
              <a:ext cx="99000" cy="99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086675"/>
            <a:ext cx="7704000" cy="3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7"/>
          <p:cNvGrpSpPr/>
          <p:nvPr/>
        </p:nvGrpSpPr>
        <p:grpSpPr>
          <a:xfrm>
            <a:off x="255900" y="254850"/>
            <a:ext cx="8632200" cy="4633800"/>
            <a:chOff x="255900" y="254850"/>
            <a:chExt cx="8632200" cy="4633800"/>
          </a:xfrm>
        </p:grpSpPr>
        <p:sp>
          <p:nvSpPr>
            <p:cNvPr id="39" name="Google Shape;39;p7"/>
            <p:cNvSpPr/>
            <p:nvPr/>
          </p:nvSpPr>
          <p:spPr>
            <a:xfrm>
              <a:off x="255900" y="254850"/>
              <a:ext cx="8632200" cy="4633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76200" dir="3000000" algn="bl" rotWithShape="0">
                <a:srgbClr val="16292D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7"/>
            <p:cNvSpPr/>
            <p:nvPr/>
          </p:nvSpPr>
          <p:spPr>
            <a:xfrm>
              <a:off x="255900" y="254850"/>
              <a:ext cx="99000" cy="99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68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004125" y="1923250"/>
            <a:ext cx="3306900" cy="22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>
            <a:spLocks noGrp="1"/>
          </p:cNvSpPr>
          <p:nvPr>
            <p:ph type="pic" idx="2"/>
          </p:nvPr>
        </p:nvSpPr>
        <p:spPr>
          <a:xfrm>
            <a:off x="6089375" y="254850"/>
            <a:ext cx="2798700" cy="3867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>
            <a:off x="257425" y="257800"/>
            <a:ext cx="8635513" cy="4634633"/>
          </a:xfrm>
          <a:custGeom>
            <a:avLst/>
            <a:gdLst/>
            <a:ahLst/>
            <a:cxnLst/>
            <a:rect l="l" t="t" r="r" b="b"/>
            <a:pathLst>
              <a:path w="362494" h="195678" extrusionOk="0">
                <a:moveTo>
                  <a:pt x="0" y="195414"/>
                </a:moveTo>
                <a:lnTo>
                  <a:pt x="0" y="0"/>
                </a:lnTo>
                <a:lnTo>
                  <a:pt x="23830" y="0"/>
                </a:lnTo>
                <a:lnTo>
                  <a:pt x="28871" y="8732"/>
                </a:lnTo>
                <a:lnTo>
                  <a:pt x="362494" y="8732"/>
                </a:lnTo>
                <a:lnTo>
                  <a:pt x="362494" y="195678"/>
                </a:ln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76200" dir="3000000" algn="bl" rotWithShape="0">
              <a:srgbClr val="16292D">
                <a:alpha val="20000"/>
              </a:srgbClr>
            </a:outerShdw>
          </a:effectLst>
        </p:spPr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374050" y="1414250"/>
            <a:ext cx="5118900" cy="15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47" name="Google Shape;47;p8"/>
          <p:cNvGrpSpPr/>
          <p:nvPr/>
        </p:nvGrpSpPr>
        <p:grpSpPr>
          <a:xfrm>
            <a:off x="263950" y="467325"/>
            <a:ext cx="8638800" cy="4428600"/>
            <a:chOff x="263950" y="467325"/>
            <a:chExt cx="8638800" cy="4428600"/>
          </a:xfrm>
        </p:grpSpPr>
        <p:cxnSp>
          <p:nvCxnSpPr>
            <p:cNvPr id="48" name="Google Shape;48;p8"/>
            <p:cNvCxnSpPr/>
            <p:nvPr/>
          </p:nvCxnSpPr>
          <p:spPr>
            <a:xfrm rot="10800000">
              <a:off x="263950" y="3767875"/>
              <a:ext cx="863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9" name="Google Shape;49;p8"/>
            <p:cNvGrpSpPr/>
            <p:nvPr/>
          </p:nvGrpSpPr>
          <p:grpSpPr>
            <a:xfrm>
              <a:off x="7449850" y="467325"/>
              <a:ext cx="99000" cy="4428600"/>
              <a:chOff x="3219875" y="467325"/>
              <a:chExt cx="99000" cy="4428600"/>
            </a:xfrm>
          </p:grpSpPr>
          <p:cxnSp>
            <p:nvCxnSpPr>
              <p:cNvPr id="50" name="Google Shape;50;p8"/>
              <p:cNvCxnSpPr/>
              <p:nvPr/>
            </p:nvCxnSpPr>
            <p:spPr>
              <a:xfrm rot="10800000">
                <a:off x="3269400" y="467325"/>
                <a:ext cx="0" cy="442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1" name="Google Shape;51;p8"/>
              <p:cNvSpPr/>
              <p:nvPr/>
            </p:nvSpPr>
            <p:spPr>
              <a:xfrm>
                <a:off x="3219875" y="3718375"/>
                <a:ext cx="99000" cy="99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" name="Google Shape;52;p8"/>
            <p:cNvSpPr/>
            <p:nvPr/>
          </p:nvSpPr>
          <p:spPr>
            <a:xfrm rot="10800000" flipH="1">
              <a:off x="6752757" y="2335147"/>
              <a:ext cx="748969" cy="1432703"/>
            </a:xfrm>
            <a:custGeom>
              <a:avLst/>
              <a:gdLst/>
              <a:ahLst/>
              <a:cxnLst/>
              <a:rect l="l" t="t" r="r" b="b"/>
              <a:pathLst>
                <a:path w="38130" h="38659" extrusionOk="0">
                  <a:moveTo>
                    <a:pt x="0" y="0"/>
                  </a:moveTo>
                  <a:lnTo>
                    <a:pt x="0" y="38659"/>
                  </a:lnTo>
                  <a:lnTo>
                    <a:pt x="38130" y="3865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/>
          <p:nvPr/>
        </p:nvSpPr>
        <p:spPr>
          <a:xfrm>
            <a:off x="257425" y="257800"/>
            <a:ext cx="8635513" cy="4634633"/>
          </a:xfrm>
          <a:custGeom>
            <a:avLst/>
            <a:gdLst/>
            <a:ahLst/>
            <a:cxnLst/>
            <a:rect l="l" t="t" r="r" b="b"/>
            <a:pathLst>
              <a:path w="362494" h="195678" extrusionOk="0">
                <a:moveTo>
                  <a:pt x="0" y="195414"/>
                </a:moveTo>
                <a:lnTo>
                  <a:pt x="0" y="0"/>
                </a:lnTo>
                <a:lnTo>
                  <a:pt x="23830" y="0"/>
                </a:lnTo>
                <a:lnTo>
                  <a:pt x="28871" y="8732"/>
                </a:lnTo>
                <a:lnTo>
                  <a:pt x="362494" y="8732"/>
                </a:lnTo>
                <a:lnTo>
                  <a:pt x="362494" y="195678"/>
                </a:ln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76200" dir="3000000" algn="bl" rotWithShape="0">
              <a:srgbClr val="16292D">
                <a:alpha val="20000"/>
              </a:srgbClr>
            </a:outerShdw>
          </a:effectLst>
        </p:spPr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2331825" y="143632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Figtree Black"/>
              <a:buNone/>
              <a:defRPr sz="4500" b="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ubTitle" idx="1"/>
          </p:nvPr>
        </p:nvSpPr>
        <p:spPr>
          <a:xfrm>
            <a:off x="2331900" y="2279376"/>
            <a:ext cx="4740300" cy="4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7" name="Google Shape;57;p9"/>
          <p:cNvGrpSpPr/>
          <p:nvPr/>
        </p:nvGrpSpPr>
        <p:grpSpPr>
          <a:xfrm>
            <a:off x="263950" y="467325"/>
            <a:ext cx="8638800" cy="4428600"/>
            <a:chOff x="263950" y="467325"/>
            <a:chExt cx="8638800" cy="4428600"/>
          </a:xfrm>
        </p:grpSpPr>
        <p:cxnSp>
          <p:nvCxnSpPr>
            <p:cNvPr id="58" name="Google Shape;58;p9"/>
            <p:cNvCxnSpPr/>
            <p:nvPr/>
          </p:nvCxnSpPr>
          <p:spPr>
            <a:xfrm rot="10800000">
              <a:off x="263950" y="3749275"/>
              <a:ext cx="863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9" name="Google Shape;59;p9"/>
            <p:cNvGrpSpPr/>
            <p:nvPr/>
          </p:nvGrpSpPr>
          <p:grpSpPr>
            <a:xfrm>
              <a:off x="1458375" y="467325"/>
              <a:ext cx="99000" cy="4428600"/>
              <a:chOff x="3219875" y="467325"/>
              <a:chExt cx="99000" cy="4428600"/>
            </a:xfrm>
          </p:grpSpPr>
          <p:cxnSp>
            <p:nvCxnSpPr>
              <p:cNvPr id="60" name="Google Shape;60;p9"/>
              <p:cNvCxnSpPr/>
              <p:nvPr/>
            </p:nvCxnSpPr>
            <p:spPr>
              <a:xfrm rot="10800000">
                <a:off x="3269400" y="467325"/>
                <a:ext cx="0" cy="442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1" name="Google Shape;61;p9"/>
              <p:cNvSpPr/>
              <p:nvPr/>
            </p:nvSpPr>
            <p:spPr>
              <a:xfrm>
                <a:off x="3219875" y="3699775"/>
                <a:ext cx="99000" cy="99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" name="Google Shape;62;p9"/>
            <p:cNvSpPr/>
            <p:nvPr/>
          </p:nvSpPr>
          <p:spPr>
            <a:xfrm rot="-5400000" flipH="1">
              <a:off x="1904005" y="2917560"/>
              <a:ext cx="445835" cy="1217565"/>
            </a:xfrm>
            <a:custGeom>
              <a:avLst/>
              <a:gdLst/>
              <a:ahLst/>
              <a:cxnLst/>
              <a:rect l="l" t="t" r="r" b="b"/>
              <a:pathLst>
                <a:path w="38130" h="38659" extrusionOk="0">
                  <a:moveTo>
                    <a:pt x="0" y="0"/>
                  </a:moveTo>
                  <a:lnTo>
                    <a:pt x="0" y="38659"/>
                  </a:lnTo>
                  <a:lnTo>
                    <a:pt x="38130" y="3865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/>
          <p:nvPr/>
        </p:nvSpPr>
        <p:spPr>
          <a:xfrm>
            <a:off x="257425" y="257800"/>
            <a:ext cx="8635513" cy="4634633"/>
          </a:xfrm>
          <a:custGeom>
            <a:avLst/>
            <a:gdLst/>
            <a:ahLst/>
            <a:cxnLst/>
            <a:rect l="l" t="t" r="r" b="b"/>
            <a:pathLst>
              <a:path w="362494" h="195678" extrusionOk="0">
                <a:moveTo>
                  <a:pt x="0" y="195414"/>
                </a:moveTo>
                <a:lnTo>
                  <a:pt x="0" y="0"/>
                </a:lnTo>
                <a:lnTo>
                  <a:pt x="23830" y="0"/>
                </a:lnTo>
                <a:lnTo>
                  <a:pt x="28871" y="8732"/>
                </a:lnTo>
                <a:lnTo>
                  <a:pt x="362494" y="8732"/>
                </a:lnTo>
                <a:lnTo>
                  <a:pt x="362494" y="195678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66" name="Google Shape;66;p10"/>
          <p:cNvGrpSpPr/>
          <p:nvPr/>
        </p:nvGrpSpPr>
        <p:grpSpPr>
          <a:xfrm>
            <a:off x="263950" y="467325"/>
            <a:ext cx="8638800" cy="4428600"/>
            <a:chOff x="263950" y="467325"/>
            <a:chExt cx="8638800" cy="4428600"/>
          </a:xfrm>
        </p:grpSpPr>
        <p:cxnSp>
          <p:nvCxnSpPr>
            <p:cNvPr id="67" name="Google Shape;67;p10"/>
            <p:cNvCxnSpPr/>
            <p:nvPr/>
          </p:nvCxnSpPr>
          <p:spPr>
            <a:xfrm rot="10800000">
              <a:off x="263950" y="844475"/>
              <a:ext cx="863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8" name="Google Shape;68;p10"/>
            <p:cNvGrpSpPr/>
            <p:nvPr/>
          </p:nvGrpSpPr>
          <p:grpSpPr>
            <a:xfrm>
              <a:off x="8424000" y="467325"/>
              <a:ext cx="99000" cy="4428600"/>
              <a:chOff x="3219875" y="467325"/>
              <a:chExt cx="99000" cy="4428600"/>
            </a:xfrm>
          </p:grpSpPr>
          <p:cxnSp>
            <p:nvCxnSpPr>
              <p:cNvPr id="69" name="Google Shape;69;p10"/>
              <p:cNvCxnSpPr/>
              <p:nvPr/>
            </p:nvCxnSpPr>
            <p:spPr>
              <a:xfrm rot="10800000">
                <a:off x="3269400" y="467325"/>
                <a:ext cx="0" cy="442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0" name="Google Shape;70;p10"/>
              <p:cNvSpPr/>
              <p:nvPr/>
            </p:nvSpPr>
            <p:spPr>
              <a:xfrm>
                <a:off x="3219875" y="794975"/>
                <a:ext cx="99000" cy="99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1" name="Google Shape;71;p10"/>
            <p:cNvSpPr/>
            <p:nvPr/>
          </p:nvSpPr>
          <p:spPr>
            <a:xfrm rot="5400000" flipH="1">
              <a:off x="7638605" y="458610"/>
              <a:ext cx="445835" cy="1217565"/>
            </a:xfrm>
            <a:custGeom>
              <a:avLst/>
              <a:gdLst/>
              <a:ahLst/>
              <a:cxnLst/>
              <a:rect l="l" t="t" r="r" b="b"/>
              <a:pathLst>
                <a:path w="38130" h="38659" extrusionOk="0">
                  <a:moveTo>
                    <a:pt x="0" y="0"/>
                  </a:moveTo>
                  <a:lnTo>
                    <a:pt x="0" y="38659"/>
                  </a:lnTo>
                  <a:lnTo>
                    <a:pt x="38130" y="3865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49000" cy="572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6"/>
          <p:cNvGrpSpPr/>
          <p:nvPr/>
        </p:nvGrpSpPr>
        <p:grpSpPr>
          <a:xfrm>
            <a:off x="255900" y="254850"/>
            <a:ext cx="8632200" cy="4633800"/>
            <a:chOff x="255900" y="254850"/>
            <a:chExt cx="8632200" cy="4633800"/>
          </a:xfrm>
        </p:grpSpPr>
        <p:sp>
          <p:nvSpPr>
            <p:cNvPr id="114" name="Google Shape;114;p16"/>
            <p:cNvSpPr/>
            <p:nvPr/>
          </p:nvSpPr>
          <p:spPr>
            <a:xfrm>
              <a:off x="255900" y="254850"/>
              <a:ext cx="8632200" cy="4633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76200" dir="3000000" algn="bl" rotWithShape="0">
                <a:srgbClr val="16292D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255900" y="254850"/>
              <a:ext cx="99000" cy="99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873325" y="1898775"/>
            <a:ext cx="3780900" cy="10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873325" y="2962675"/>
            <a:ext cx="3780900" cy="100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6"/>
          <p:cNvSpPr>
            <a:spLocks noGrp="1"/>
          </p:cNvSpPr>
          <p:nvPr>
            <p:ph type="pic" idx="2"/>
          </p:nvPr>
        </p:nvSpPr>
        <p:spPr>
          <a:xfrm>
            <a:off x="5522100" y="815250"/>
            <a:ext cx="3363600" cy="407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9"/>
          <p:cNvGrpSpPr/>
          <p:nvPr/>
        </p:nvGrpSpPr>
        <p:grpSpPr>
          <a:xfrm>
            <a:off x="255900" y="254850"/>
            <a:ext cx="8632200" cy="4633800"/>
            <a:chOff x="255900" y="254850"/>
            <a:chExt cx="8632200" cy="4633800"/>
          </a:xfrm>
        </p:grpSpPr>
        <p:sp>
          <p:nvSpPr>
            <p:cNvPr id="133" name="Google Shape;133;p19"/>
            <p:cNvSpPr/>
            <p:nvPr/>
          </p:nvSpPr>
          <p:spPr>
            <a:xfrm>
              <a:off x="255900" y="254850"/>
              <a:ext cx="8632200" cy="4633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76200" dir="3000000" algn="bl" rotWithShape="0">
                <a:srgbClr val="16292D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255900" y="254850"/>
              <a:ext cx="99000" cy="99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ubTitle" idx="1"/>
          </p:nvPr>
        </p:nvSpPr>
        <p:spPr>
          <a:xfrm>
            <a:off x="715100" y="1091600"/>
            <a:ext cx="5196300" cy="8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2"/>
          </p:nvPr>
        </p:nvSpPr>
        <p:spPr>
          <a:xfrm>
            <a:off x="715100" y="1958072"/>
            <a:ext cx="51963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3"/>
          </p:nvPr>
        </p:nvSpPr>
        <p:spPr>
          <a:xfrm>
            <a:off x="715100" y="3218177"/>
            <a:ext cx="51963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9"/>
          <p:cNvSpPr>
            <a:spLocks noGrp="1"/>
          </p:cNvSpPr>
          <p:nvPr>
            <p:ph type="pic" idx="4"/>
          </p:nvPr>
        </p:nvSpPr>
        <p:spPr>
          <a:xfrm>
            <a:off x="6154000" y="261225"/>
            <a:ext cx="2084400" cy="3489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40" name="Google Shape;140;p19"/>
          <p:cNvGrpSpPr/>
          <p:nvPr/>
        </p:nvGrpSpPr>
        <p:grpSpPr>
          <a:xfrm>
            <a:off x="264200" y="261225"/>
            <a:ext cx="8627700" cy="4634700"/>
            <a:chOff x="264200" y="261225"/>
            <a:chExt cx="8627700" cy="4634700"/>
          </a:xfrm>
        </p:grpSpPr>
        <p:cxnSp>
          <p:nvCxnSpPr>
            <p:cNvPr id="141" name="Google Shape;141;p19"/>
            <p:cNvCxnSpPr/>
            <p:nvPr/>
          </p:nvCxnSpPr>
          <p:spPr>
            <a:xfrm rot="10800000">
              <a:off x="264200" y="4443150"/>
              <a:ext cx="8627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" name="Google Shape;142;p19"/>
            <p:cNvGrpSpPr/>
            <p:nvPr/>
          </p:nvGrpSpPr>
          <p:grpSpPr>
            <a:xfrm>
              <a:off x="8541425" y="261225"/>
              <a:ext cx="99000" cy="4634700"/>
              <a:chOff x="5360225" y="261225"/>
              <a:chExt cx="99000" cy="4634700"/>
            </a:xfrm>
          </p:grpSpPr>
          <p:cxnSp>
            <p:nvCxnSpPr>
              <p:cNvPr id="143" name="Google Shape;143;p19"/>
              <p:cNvCxnSpPr/>
              <p:nvPr/>
            </p:nvCxnSpPr>
            <p:spPr>
              <a:xfrm rot="10800000">
                <a:off x="5409750" y="261225"/>
                <a:ext cx="0" cy="463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" name="Google Shape;144;p19"/>
              <p:cNvSpPr/>
              <p:nvPr/>
            </p:nvSpPr>
            <p:spPr>
              <a:xfrm>
                <a:off x="5360225" y="4393650"/>
                <a:ext cx="99000" cy="99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" name="Google Shape;145;p19"/>
            <p:cNvSpPr/>
            <p:nvPr/>
          </p:nvSpPr>
          <p:spPr>
            <a:xfrm rot="10800000" flipH="1">
              <a:off x="7291232" y="4063615"/>
              <a:ext cx="1299661" cy="379535"/>
            </a:xfrm>
            <a:custGeom>
              <a:avLst/>
              <a:gdLst/>
              <a:ahLst/>
              <a:cxnLst/>
              <a:rect l="l" t="t" r="r" b="b"/>
              <a:pathLst>
                <a:path w="38130" h="38659" extrusionOk="0">
                  <a:moveTo>
                    <a:pt x="0" y="0"/>
                  </a:moveTo>
                  <a:lnTo>
                    <a:pt x="0" y="38659"/>
                  </a:lnTo>
                  <a:lnTo>
                    <a:pt x="38130" y="3865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6"/>
          <p:cNvGrpSpPr/>
          <p:nvPr/>
        </p:nvGrpSpPr>
        <p:grpSpPr>
          <a:xfrm>
            <a:off x="255900" y="254850"/>
            <a:ext cx="8632200" cy="4633800"/>
            <a:chOff x="255900" y="254850"/>
            <a:chExt cx="8632200" cy="4633800"/>
          </a:xfrm>
        </p:grpSpPr>
        <p:sp>
          <p:nvSpPr>
            <p:cNvPr id="210" name="Google Shape;210;p26"/>
            <p:cNvSpPr/>
            <p:nvPr/>
          </p:nvSpPr>
          <p:spPr>
            <a:xfrm>
              <a:off x="255900" y="254850"/>
              <a:ext cx="8632200" cy="4633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76200" dir="3000000" algn="bl" rotWithShape="0">
                <a:srgbClr val="16292D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255900" y="254850"/>
              <a:ext cx="99000" cy="99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6"/>
          <p:cNvGrpSpPr/>
          <p:nvPr/>
        </p:nvGrpSpPr>
        <p:grpSpPr>
          <a:xfrm>
            <a:off x="263950" y="262109"/>
            <a:ext cx="8638800" cy="4633644"/>
            <a:chOff x="263950" y="262109"/>
            <a:chExt cx="8638800" cy="4633644"/>
          </a:xfrm>
        </p:grpSpPr>
        <p:cxnSp>
          <p:nvCxnSpPr>
            <p:cNvPr id="213" name="Google Shape;213;p26"/>
            <p:cNvCxnSpPr/>
            <p:nvPr/>
          </p:nvCxnSpPr>
          <p:spPr>
            <a:xfrm rot="10800000">
              <a:off x="263950" y="4367925"/>
              <a:ext cx="863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14" name="Google Shape;214;p26"/>
            <p:cNvGrpSpPr/>
            <p:nvPr/>
          </p:nvGrpSpPr>
          <p:grpSpPr>
            <a:xfrm>
              <a:off x="7449875" y="262109"/>
              <a:ext cx="99000" cy="4633644"/>
              <a:chOff x="3219900" y="467325"/>
              <a:chExt cx="99000" cy="4428600"/>
            </a:xfrm>
          </p:grpSpPr>
          <p:cxnSp>
            <p:nvCxnSpPr>
              <p:cNvPr id="215" name="Google Shape;215;p26"/>
              <p:cNvCxnSpPr/>
              <p:nvPr/>
            </p:nvCxnSpPr>
            <p:spPr>
              <a:xfrm rot="10800000">
                <a:off x="3269400" y="467325"/>
                <a:ext cx="0" cy="442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6" name="Google Shape;216;p26"/>
              <p:cNvSpPr/>
              <p:nvPr/>
            </p:nvSpPr>
            <p:spPr>
              <a:xfrm>
                <a:off x="3219900" y="4341948"/>
                <a:ext cx="99000" cy="99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7" name="Google Shape;217;p26"/>
            <p:cNvSpPr/>
            <p:nvPr/>
          </p:nvSpPr>
          <p:spPr>
            <a:xfrm rot="10800000">
              <a:off x="7501742" y="3780985"/>
              <a:ext cx="871842" cy="586940"/>
            </a:xfrm>
            <a:custGeom>
              <a:avLst/>
              <a:gdLst/>
              <a:ahLst/>
              <a:cxnLst/>
              <a:rect l="l" t="t" r="r" b="b"/>
              <a:pathLst>
                <a:path w="38130" h="38659" extrusionOk="0">
                  <a:moveTo>
                    <a:pt x="0" y="0"/>
                  </a:moveTo>
                  <a:lnTo>
                    <a:pt x="0" y="38659"/>
                  </a:lnTo>
                  <a:lnTo>
                    <a:pt x="38130" y="3865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7"/>
          <p:cNvGrpSpPr/>
          <p:nvPr/>
        </p:nvGrpSpPr>
        <p:grpSpPr>
          <a:xfrm>
            <a:off x="255900" y="254850"/>
            <a:ext cx="8632200" cy="4633800"/>
            <a:chOff x="255900" y="254850"/>
            <a:chExt cx="8632200" cy="4633800"/>
          </a:xfrm>
        </p:grpSpPr>
        <p:sp>
          <p:nvSpPr>
            <p:cNvPr id="220" name="Google Shape;220;p27"/>
            <p:cNvSpPr/>
            <p:nvPr/>
          </p:nvSpPr>
          <p:spPr>
            <a:xfrm>
              <a:off x="255900" y="254850"/>
              <a:ext cx="8632200" cy="4633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76200" dir="3000000" algn="bl" rotWithShape="0">
                <a:srgbClr val="16292D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255900" y="254850"/>
              <a:ext cx="99000" cy="99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27"/>
          <p:cNvGrpSpPr/>
          <p:nvPr/>
        </p:nvGrpSpPr>
        <p:grpSpPr>
          <a:xfrm>
            <a:off x="259300" y="262109"/>
            <a:ext cx="8632500" cy="4633644"/>
            <a:chOff x="259300" y="262109"/>
            <a:chExt cx="8632500" cy="4633644"/>
          </a:xfrm>
        </p:grpSpPr>
        <p:cxnSp>
          <p:nvCxnSpPr>
            <p:cNvPr id="223" name="Google Shape;223;p27"/>
            <p:cNvCxnSpPr/>
            <p:nvPr/>
          </p:nvCxnSpPr>
          <p:spPr>
            <a:xfrm rot="10800000">
              <a:off x="259300" y="4367925"/>
              <a:ext cx="8632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24" name="Google Shape;224;p27"/>
            <p:cNvGrpSpPr/>
            <p:nvPr/>
          </p:nvGrpSpPr>
          <p:grpSpPr>
            <a:xfrm>
              <a:off x="1094725" y="262109"/>
              <a:ext cx="99000" cy="4633644"/>
              <a:chOff x="3219875" y="467325"/>
              <a:chExt cx="99000" cy="4428600"/>
            </a:xfrm>
          </p:grpSpPr>
          <p:cxnSp>
            <p:nvCxnSpPr>
              <p:cNvPr id="225" name="Google Shape;225;p27"/>
              <p:cNvCxnSpPr/>
              <p:nvPr/>
            </p:nvCxnSpPr>
            <p:spPr>
              <a:xfrm rot="10800000">
                <a:off x="3269400" y="467325"/>
                <a:ext cx="0" cy="442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6" name="Google Shape;226;p27"/>
              <p:cNvSpPr/>
              <p:nvPr/>
            </p:nvSpPr>
            <p:spPr>
              <a:xfrm>
                <a:off x="3219875" y="4318425"/>
                <a:ext cx="99000" cy="99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7" name="Google Shape;227;p27"/>
            <p:cNvSpPr/>
            <p:nvPr/>
          </p:nvSpPr>
          <p:spPr>
            <a:xfrm rot="5400000">
              <a:off x="113910" y="3336195"/>
              <a:ext cx="1453325" cy="610136"/>
            </a:xfrm>
            <a:custGeom>
              <a:avLst/>
              <a:gdLst/>
              <a:ahLst/>
              <a:cxnLst/>
              <a:rect l="l" t="t" r="r" b="b"/>
              <a:pathLst>
                <a:path w="38130" h="38659" extrusionOk="0">
                  <a:moveTo>
                    <a:pt x="0" y="0"/>
                  </a:moveTo>
                  <a:lnTo>
                    <a:pt x="0" y="38659"/>
                  </a:lnTo>
                  <a:lnTo>
                    <a:pt x="38130" y="3865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2" r:id="rId8"/>
    <p:sldLayoutId id="2147483665" r:id="rId9"/>
    <p:sldLayoutId id="2147483672" r:id="rId10"/>
    <p:sldLayoutId id="214748367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xfrm>
            <a:off x="2333274" y="1573125"/>
            <a:ext cx="5231303" cy="153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Редизайн сайта компании </a:t>
            </a:r>
            <a:r>
              <a:rPr lang="ru-RU" sz="3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Bambu</a:t>
            </a:r>
            <a:r>
              <a:rPr lang="ru-RU" sz="3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Lab</a:t>
            </a:r>
            <a:endParaRPr lang="en-US" sz="3600" dirty="0">
              <a:solidFill>
                <a:schemeClr val="lt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2333275" y="3312217"/>
            <a:ext cx="45966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Калинин Никита Викторович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ЭФБО-09-23</a:t>
            </a:r>
            <a:endParaRPr dirty="0"/>
          </a:p>
        </p:txBody>
      </p:sp>
      <p:grpSp>
        <p:nvGrpSpPr>
          <p:cNvPr id="240" name="Google Shape;240;p31"/>
          <p:cNvGrpSpPr/>
          <p:nvPr/>
        </p:nvGrpSpPr>
        <p:grpSpPr>
          <a:xfrm>
            <a:off x="1038550" y="467325"/>
            <a:ext cx="1002725" cy="4418100"/>
            <a:chOff x="1038550" y="467325"/>
            <a:chExt cx="1002725" cy="4418100"/>
          </a:xfrm>
        </p:grpSpPr>
        <p:grpSp>
          <p:nvGrpSpPr>
            <p:cNvPr id="241" name="Google Shape;241;p31"/>
            <p:cNvGrpSpPr/>
            <p:nvPr/>
          </p:nvGrpSpPr>
          <p:grpSpPr>
            <a:xfrm>
              <a:off x="1942275" y="467325"/>
              <a:ext cx="99000" cy="4418100"/>
              <a:chOff x="3219875" y="467325"/>
              <a:chExt cx="99000" cy="4418100"/>
            </a:xfrm>
          </p:grpSpPr>
          <p:cxnSp>
            <p:nvCxnSpPr>
              <p:cNvPr id="242" name="Google Shape;242;p31"/>
              <p:cNvCxnSpPr/>
              <p:nvPr/>
            </p:nvCxnSpPr>
            <p:spPr>
              <a:xfrm rot="10800000">
                <a:off x="3269400" y="467325"/>
                <a:ext cx="0" cy="441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3" name="Google Shape;243;p31"/>
              <p:cNvSpPr/>
              <p:nvPr/>
            </p:nvSpPr>
            <p:spPr>
              <a:xfrm>
                <a:off x="3219875" y="3125575"/>
                <a:ext cx="99000" cy="99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4" name="Google Shape;244;p31"/>
            <p:cNvSpPr/>
            <p:nvPr/>
          </p:nvSpPr>
          <p:spPr>
            <a:xfrm rot="10800000" flipH="1">
              <a:off x="1038550" y="1850908"/>
              <a:ext cx="953250" cy="1324167"/>
            </a:xfrm>
            <a:custGeom>
              <a:avLst/>
              <a:gdLst/>
              <a:ahLst/>
              <a:cxnLst/>
              <a:rect l="l" t="t" r="r" b="b"/>
              <a:pathLst>
                <a:path w="38130" h="38659" extrusionOk="0">
                  <a:moveTo>
                    <a:pt x="0" y="0"/>
                  </a:moveTo>
                  <a:lnTo>
                    <a:pt x="0" y="38659"/>
                  </a:lnTo>
                  <a:lnTo>
                    <a:pt x="38130" y="3865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245" name="Google Shape;245;p31"/>
          <p:cNvCxnSpPr/>
          <p:nvPr/>
        </p:nvCxnSpPr>
        <p:spPr>
          <a:xfrm>
            <a:off x="264050" y="3175075"/>
            <a:ext cx="863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68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Исследование</a:t>
            </a:r>
            <a:endParaRPr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91" name="Google Shape;291;p35"/>
          <p:cNvSpPr txBox="1">
            <a:spLocks noGrp="1"/>
          </p:cNvSpPr>
          <p:nvPr>
            <p:ph type="body" idx="1"/>
          </p:nvPr>
        </p:nvSpPr>
        <p:spPr>
          <a:xfrm>
            <a:off x="315853" y="1513752"/>
            <a:ext cx="4663562" cy="3114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ru-RU" sz="1600" b="1" dirty="0"/>
              <a:t>Цель проекта</a:t>
            </a:r>
            <a:r>
              <a:rPr lang="en-US" sz="1600" b="1" dirty="0"/>
              <a:t>: </a:t>
            </a:r>
            <a:r>
              <a:rPr lang="ru-RU" sz="1600" dirty="0"/>
              <a:t>Создать современный и удобный </a:t>
            </a:r>
            <a:r>
              <a:rPr lang="ru-RU" sz="1600" dirty="0" err="1"/>
              <a:t>лендинг</a:t>
            </a:r>
            <a:r>
              <a:rPr lang="ru-RU" sz="1600" dirty="0"/>
              <a:t>, улучшающий восприятие информации и продажи.</a:t>
            </a:r>
            <a:br>
              <a:rPr lang="ru-RU" sz="1600" dirty="0"/>
            </a:br>
            <a:endParaRPr lang="ru-RU" sz="1600" dirty="0"/>
          </a:p>
          <a:p>
            <a:pPr marL="139700" indent="0">
              <a:buNone/>
            </a:pPr>
            <a:r>
              <a:rPr lang="ru-RU" sz="1600" b="1" dirty="0"/>
              <a:t>Задачи проекта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Анализ текущего сайта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Изучение ЦА и конкурентов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Разработка структуры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Подбор визуального стиля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Создание макета и прототипа</a:t>
            </a:r>
          </a:p>
        </p:txBody>
      </p:sp>
      <p:grpSp>
        <p:nvGrpSpPr>
          <p:cNvPr id="293" name="Google Shape;293;p35"/>
          <p:cNvGrpSpPr/>
          <p:nvPr/>
        </p:nvGrpSpPr>
        <p:grpSpPr>
          <a:xfrm>
            <a:off x="5036889" y="261250"/>
            <a:ext cx="640836" cy="4624200"/>
            <a:chOff x="5036889" y="261250"/>
            <a:chExt cx="640836" cy="4624200"/>
          </a:xfrm>
        </p:grpSpPr>
        <p:grpSp>
          <p:nvGrpSpPr>
            <p:cNvPr id="294" name="Google Shape;294;p35"/>
            <p:cNvGrpSpPr/>
            <p:nvPr/>
          </p:nvGrpSpPr>
          <p:grpSpPr>
            <a:xfrm>
              <a:off x="5578725" y="261250"/>
              <a:ext cx="99000" cy="4624200"/>
              <a:chOff x="3219875" y="261250"/>
              <a:chExt cx="99000" cy="4624200"/>
            </a:xfrm>
          </p:grpSpPr>
          <p:cxnSp>
            <p:nvCxnSpPr>
              <p:cNvPr id="295" name="Google Shape;295;p35"/>
              <p:cNvCxnSpPr/>
              <p:nvPr/>
            </p:nvCxnSpPr>
            <p:spPr>
              <a:xfrm rot="10800000">
                <a:off x="3269400" y="261250"/>
                <a:ext cx="0" cy="462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6" name="Google Shape;296;p35"/>
              <p:cNvSpPr/>
              <p:nvPr/>
            </p:nvSpPr>
            <p:spPr>
              <a:xfrm>
                <a:off x="3219875" y="1225500"/>
                <a:ext cx="99000" cy="99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7" name="Google Shape;297;p35"/>
            <p:cNvSpPr/>
            <p:nvPr/>
          </p:nvSpPr>
          <p:spPr>
            <a:xfrm rot="5400000" flipH="1">
              <a:off x="4709186" y="1602712"/>
              <a:ext cx="1251141" cy="595735"/>
            </a:xfrm>
            <a:custGeom>
              <a:avLst/>
              <a:gdLst/>
              <a:ahLst/>
              <a:cxnLst/>
              <a:rect l="l" t="t" r="r" b="b"/>
              <a:pathLst>
                <a:path w="38130" h="38659" extrusionOk="0">
                  <a:moveTo>
                    <a:pt x="0" y="0"/>
                  </a:moveTo>
                  <a:lnTo>
                    <a:pt x="0" y="38659"/>
                  </a:lnTo>
                  <a:lnTo>
                    <a:pt x="38130" y="3865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298" name="Google Shape;298;p35"/>
          <p:cNvCxnSpPr/>
          <p:nvPr/>
        </p:nvCxnSpPr>
        <p:spPr>
          <a:xfrm rot="10800000">
            <a:off x="258379" y="1275000"/>
            <a:ext cx="582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Placeholder 4" descr="A person sitting at a desk looking at a computer screen&#10;&#10;AI-generated content may be incorrect.">
            <a:extLst>
              <a:ext uri="{FF2B5EF4-FFF2-40B4-BE49-F238E27FC236}">
                <a16:creationId xmlns:a16="http://schemas.microsoft.com/office/drawing/2014/main" id="{DFB0C676-97F9-9B32-84B3-43D4239AB3D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3961" b="3961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2"/>
          <p:cNvSpPr txBox="1">
            <a:spLocks noGrp="1"/>
          </p:cNvSpPr>
          <p:nvPr>
            <p:ph type="subTitle" idx="1"/>
          </p:nvPr>
        </p:nvSpPr>
        <p:spPr>
          <a:xfrm>
            <a:off x="350000" y="1886507"/>
            <a:ext cx="4221999" cy="22337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600" b="1" dirty="0"/>
              <a:t>Основные группы</a:t>
            </a:r>
          </a:p>
          <a:p>
            <a:pPr marL="4381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Энтузиасты и </a:t>
            </a:r>
            <a:r>
              <a:rPr lang="ru-RU" sz="1600" dirty="0" err="1"/>
              <a:t>хоббисты</a:t>
            </a:r>
            <a:r>
              <a:rPr lang="ru-RU" sz="1600" dirty="0"/>
              <a:t> (18–35)</a:t>
            </a:r>
          </a:p>
          <a:p>
            <a:pPr marL="4381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Студенты и образовательные проекты</a:t>
            </a:r>
          </a:p>
          <a:p>
            <a:pPr marL="4381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Малый бизнес</a:t>
            </a:r>
          </a:p>
          <a:p>
            <a:pPr marL="4381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Инженеры и дизайнеры</a:t>
            </a:r>
          </a:p>
        </p:txBody>
      </p:sp>
      <p:sp>
        <p:nvSpPr>
          <p:cNvPr id="521" name="Google Shape;521;p42"/>
          <p:cNvSpPr/>
          <p:nvPr/>
        </p:nvSpPr>
        <p:spPr>
          <a:xfrm flipH="1">
            <a:off x="7506008" y="2635175"/>
            <a:ext cx="466139" cy="628885"/>
          </a:xfrm>
          <a:custGeom>
            <a:avLst/>
            <a:gdLst/>
            <a:ahLst/>
            <a:cxnLst/>
            <a:rect l="l" t="t" r="r" b="b"/>
            <a:pathLst>
              <a:path w="38130" h="38659" extrusionOk="0">
                <a:moveTo>
                  <a:pt x="0" y="0"/>
                </a:moveTo>
                <a:lnTo>
                  <a:pt x="0" y="38659"/>
                </a:lnTo>
                <a:lnTo>
                  <a:pt x="38130" y="38659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522" name="Google Shape;522;p42"/>
          <p:cNvGrpSpPr/>
          <p:nvPr/>
        </p:nvGrpSpPr>
        <p:grpSpPr>
          <a:xfrm>
            <a:off x="264100" y="813261"/>
            <a:ext cx="5264100" cy="565114"/>
            <a:chOff x="264100" y="813261"/>
            <a:chExt cx="5264100" cy="565114"/>
          </a:xfrm>
        </p:grpSpPr>
        <p:cxnSp>
          <p:nvCxnSpPr>
            <p:cNvPr id="523" name="Google Shape;523;p42"/>
            <p:cNvCxnSpPr/>
            <p:nvPr/>
          </p:nvCxnSpPr>
          <p:spPr>
            <a:xfrm rot="10800000">
              <a:off x="264100" y="1328875"/>
              <a:ext cx="5264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24" name="Google Shape;524;p42"/>
            <p:cNvSpPr/>
            <p:nvPr/>
          </p:nvSpPr>
          <p:spPr>
            <a:xfrm>
              <a:off x="5036600" y="1279375"/>
              <a:ext cx="99000" cy="99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2"/>
            <p:cNvSpPr/>
            <p:nvPr/>
          </p:nvSpPr>
          <p:spPr>
            <a:xfrm rot="10800000" flipH="1">
              <a:off x="3853500" y="813261"/>
              <a:ext cx="1242180" cy="515614"/>
            </a:xfrm>
            <a:custGeom>
              <a:avLst/>
              <a:gdLst/>
              <a:ahLst/>
              <a:cxnLst/>
              <a:rect l="l" t="t" r="r" b="b"/>
              <a:pathLst>
                <a:path w="38130" h="38659" extrusionOk="0">
                  <a:moveTo>
                    <a:pt x="0" y="0"/>
                  </a:moveTo>
                  <a:lnTo>
                    <a:pt x="0" y="38659"/>
                  </a:lnTo>
                  <a:lnTo>
                    <a:pt x="38130" y="3865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526" name="Google Shape;526;p42"/>
          <p:cNvCxnSpPr/>
          <p:nvPr/>
        </p:nvCxnSpPr>
        <p:spPr>
          <a:xfrm rot="10800000">
            <a:off x="5086125" y="255629"/>
            <a:ext cx="0" cy="463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290;p35">
            <a:extLst>
              <a:ext uri="{FF2B5EF4-FFF2-40B4-BE49-F238E27FC236}">
                <a16:creationId xmlns:a16="http://schemas.microsoft.com/office/drawing/2014/main" id="{DC65BD27-87E3-AC5A-6BD4-52C33E721AA5}"/>
              </a:ext>
            </a:extLst>
          </p:cNvPr>
          <p:cNvSpPr txBox="1">
            <a:spLocks/>
          </p:cNvSpPr>
          <p:nvPr/>
        </p:nvSpPr>
        <p:spPr>
          <a:xfrm>
            <a:off x="350000" y="450587"/>
            <a:ext cx="468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Аудитория проекта</a:t>
            </a:r>
          </a:p>
        </p:txBody>
      </p:sp>
      <p:pic>
        <p:nvPicPr>
          <p:cNvPr id="17" name="Picture 16" descr="A group of people with icons&#10;&#10;AI-generated content may be incorrect.">
            <a:extLst>
              <a:ext uri="{FF2B5EF4-FFF2-40B4-BE49-F238E27FC236}">
                <a16:creationId xmlns:a16="http://schemas.microsoft.com/office/drawing/2014/main" id="{4B33A93F-9BBD-8FB7-6265-4B0C4A1521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048"/>
          <a:stretch/>
        </p:blipFill>
        <p:spPr>
          <a:xfrm>
            <a:off x="5365000" y="920647"/>
            <a:ext cx="3429000" cy="38037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7"/>
          <p:cNvSpPr txBox="1">
            <a:spLocks noGrp="1"/>
          </p:cNvSpPr>
          <p:nvPr>
            <p:ph type="subTitle" idx="3"/>
          </p:nvPr>
        </p:nvSpPr>
        <p:spPr>
          <a:xfrm>
            <a:off x="1291694" y="3479963"/>
            <a:ext cx="2456725" cy="477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Prusa Research</a:t>
            </a:r>
            <a:endParaRPr dirty="0"/>
          </a:p>
        </p:txBody>
      </p:sp>
      <p:sp>
        <p:nvSpPr>
          <p:cNvPr id="4" name="Google Shape;290;p35">
            <a:extLst>
              <a:ext uri="{FF2B5EF4-FFF2-40B4-BE49-F238E27FC236}">
                <a16:creationId xmlns:a16="http://schemas.microsoft.com/office/drawing/2014/main" id="{D767F171-4C43-758A-2A1B-D03749825E85}"/>
              </a:ext>
            </a:extLst>
          </p:cNvPr>
          <p:cNvSpPr txBox="1">
            <a:spLocks/>
          </p:cNvSpPr>
          <p:nvPr/>
        </p:nvSpPr>
        <p:spPr>
          <a:xfrm>
            <a:off x="510600" y="410023"/>
            <a:ext cx="468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Анализ конкурентов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91ED0D-7594-E724-6454-F57C0169F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76" y="1362873"/>
            <a:ext cx="3599815" cy="21170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23BAD4-F473-6DD6-EC7E-E53083119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141" y="1526426"/>
            <a:ext cx="3599815" cy="1796415"/>
          </a:xfrm>
          <a:prstGeom prst="rect">
            <a:avLst/>
          </a:prstGeom>
        </p:spPr>
      </p:pic>
      <p:sp>
        <p:nvSpPr>
          <p:cNvPr id="13" name="Google Shape;666;p47">
            <a:extLst>
              <a:ext uri="{FF2B5EF4-FFF2-40B4-BE49-F238E27FC236}">
                <a16:creationId xmlns:a16="http://schemas.microsoft.com/office/drawing/2014/main" id="{3374D49A-EE69-BC84-948B-83BAA3B0803A}"/>
              </a:ext>
            </a:extLst>
          </p:cNvPr>
          <p:cNvSpPr txBox="1">
            <a:spLocks/>
          </p:cNvSpPr>
          <p:nvPr/>
        </p:nvSpPr>
        <p:spPr>
          <a:xfrm>
            <a:off x="5071685" y="3479962"/>
            <a:ext cx="2456725" cy="47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Creality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>
            <a:spLocks noGrp="1"/>
          </p:cNvSpPr>
          <p:nvPr>
            <p:ph type="title"/>
          </p:nvPr>
        </p:nvSpPr>
        <p:spPr>
          <a:xfrm>
            <a:off x="480475" y="346028"/>
            <a:ext cx="4686600" cy="8794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Анализ текущего сайта </a:t>
            </a:r>
            <a:r>
              <a:rPr lang="ru-RU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Bambu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Lab</a:t>
            </a:r>
            <a:endParaRPr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91" name="Google Shape;291;p35"/>
          <p:cNvSpPr txBox="1">
            <a:spLocks noGrp="1"/>
          </p:cNvSpPr>
          <p:nvPr>
            <p:ph type="body" idx="1"/>
          </p:nvPr>
        </p:nvSpPr>
        <p:spPr>
          <a:xfrm>
            <a:off x="5677724" y="1373999"/>
            <a:ext cx="3170993" cy="25439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ru-RU" sz="1600" b="1" dirty="0"/>
              <a:t>Найденные проблемы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Несогласованные отступы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Разный стиль кнопок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Перегрузка анимацией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Новичку тяжело выбрать продукт</a:t>
            </a:r>
          </a:p>
        </p:txBody>
      </p:sp>
      <p:grpSp>
        <p:nvGrpSpPr>
          <p:cNvPr id="293" name="Google Shape;293;p35"/>
          <p:cNvGrpSpPr/>
          <p:nvPr/>
        </p:nvGrpSpPr>
        <p:grpSpPr>
          <a:xfrm>
            <a:off x="5036889" y="261250"/>
            <a:ext cx="640836" cy="4624200"/>
            <a:chOff x="5036889" y="261250"/>
            <a:chExt cx="640836" cy="4624200"/>
          </a:xfrm>
        </p:grpSpPr>
        <p:grpSp>
          <p:nvGrpSpPr>
            <p:cNvPr id="294" name="Google Shape;294;p35"/>
            <p:cNvGrpSpPr/>
            <p:nvPr/>
          </p:nvGrpSpPr>
          <p:grpSpPr>
            <a:xfrm>
              <a:off x="5578725" y="261250"/>
              <a:ext cx="99000" cy="4624200"/>
              <a:chOff x="3219875" y="261250"/>
              <a:chExt cx="99000" cy="4624200"/>
            </a:xfrm>
          </p:grpSpPr>
          <p:cxnSp>
            <p:nvCxnSpPr>
              <p:cNvPr id="295" name="Google Shape;295;p35"/>
              <p:cNvCxnSpPr/>
              <p:nvPr/>
            </p:nvCxnSpPr>
            <p:spPr>
              <a:xfrm rot="10800000">
                <a:off x="3269400" y="261250"/>
                <a:ext cx="0" cy="462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6" name="Google Shape;296;p35"/>
              <p:cNvSpPr/>
              <p:nvPr/>
            </p:nvSpPr>
            <p:spPr>
              <a:xfrm>
                <a:off x="3219875" y="1225500"/>
                <a:ext cx="99000" cy="99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7" name="Google Shape;297;p35"/>
            <p:cNvSpPr/>
            <p:nvPr/>
          </p:nvSpPr>
          <p:spPr>
            <a:xfrm rot="5400000" flipH="1">
              <a:off x="4709186" y="1602712"/>
              <a:ext cx="1251141" cy="595735"/>
            </a:xfrm>
            <a:custGeom>
              <a:avLst/>
              <a:gdLst/>
              <a:ahLst/>
              <a:cxnLst/>
              <a:rect l="l" t="t" r="r" b="b"/>
              <a:pathLst>
                <a:path w="38130" h="38659" extrusionOk="0">
                  <a:moveTo>
                    <a:pt x="0" y="0"/>
                  </a:moveTo>
                  <a:lnTo>
                    <a:pt x="0" y="38659"/>
                  </a:lnTo>
                  <a:lnTo>
                    <a:pt x="38130" y="3865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298" name="Google Shape;298;p35"/>
          <p:cNvCxnSpPr/>
          <p:nvPr/>
        </p:nvCxnSpPr>
        <p:spPr>
          <a:xfrm rot="10800000">
            <a:off x="258379" y="1275000"/>
            <a:ext cx="582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F59DF3B-E667-9766-4944-70118C6AF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91" y="1298695"/>
            <a:ext cx="3489934" cy="23799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C24EB5-1419-741A-DC01-C5E5E35FA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226" y="2622859"/>
            <a:ext cx="3422261" cy="226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22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2"/>
          <p:cNvSpPr txBox="1">
            <a:spLocks noGrp="1"/>
          </p:cNvSpPr>
          <p:nvPr>
            <p:ph type="subTitle" idx="1"/>
          </p:nvPr>
        </p:nvSpPr>
        <p:spPr>
          <a:xfrm>
            <a:off x="350000" y="1886507"/>
            <a:ext cx="4221999" cy="22337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600" b="1" dirty="0"/>
              <a:t>Новая структура</a:t>
            </a:r>
            <a:endParaRPr lang="en-US" sz="1600" b="1" dirty="0"/>
          </a:p>
          <a:p>
            <a:pPr marL="4381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Слайдер с основными продуктами</a:t>
            </a:r>
          </a:p>
          <a:p>
            <a:pPr marL="4381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Ссылки на источники о 3д печати</a:t>
            </a:r>
          </a:p>
          <a:p>
            <a:pPr marL="4381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Ссылки на разделы различных продуктов</a:t>
            </a:r>
          </a:p>
          <a:p>
            <a:pPr marL="4381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Ссылки для новичков</a:t>
            </a:r>
          </a:p>
          <a:p>
            <a:pPr marL="4381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Последние видео на </a:t>
            </a:r>
            <a:r>
              <a:rPr lang="en-US" sz="1600" dirty="0"/>
              <a:t>YouTube</a:t>
            </a:r>
            <a:endParaRPr lang="ru-RU" sz="1600" dirty="0"/>
          </a:p>
          <a:p>
            <a:pPr marL="4381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4381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ru-RU" sz="1600" dirty="0"/>
          </a:p>
        </p:txBody>
      </p:sp>
      <p:sp>
        <p:nvSpPr>
          <p:cNvPr id="521" name="Google Shape;521;p42"/>
          <p:cNvSpPr/>
          <p:nvPr/>
        </p:nvSpPr>
        <p:spPr>
          <a:xfrm flipH="1">
            <a:off x="7506008" y="2635175"/>
            <a:ext cx="466139" cy="628885"/>
          </a:xfrm>
          <a:custGeom>
            <a:avLst/>
            <a:gdLst/>
            <a:ahLst/>
            <a:cxnLst/>
            <a:rect l="l" t="t" r="r" b="b"/>
            <a:pathLst>
              <a:path w="38130" h="38659" extrusionOk="0">
                <a:moveTo>
                  <a:pt x="0" y="0"/>
                </a:moveTo>
                <a:lnTo>
                  <a:pt x="0" y="38659"/>
                </a:lnTo>
                <a:lnTo>
                  <a:pt x="38130" y="38659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522" name="Google Shape;522;p42"/>
          <p:cNvGrpSpPr/>
          <p:nvPr/>
        </p:nvGrpSpPr>
        <p:grpSpPr>
          <a:xfrm>
            <a:off x="264100" y="813261"/>
            <a:ext cx="5264100" cy="565114"/>
            <a:chOff x="264100" y="813261"/>
            <a:chExt cx="5264100" cy="565114"/>
          </a:xfrm>
        </p:grpSpPr>
        <p:cxnSp>
          <p:nvCxnSpPr>
            <p:cNvPr id="523" name="Google Shape;523;p42"/>
            <p:cNvCxnSpPr/>
            <p:nvPr/>
          </p:nvCxnSpPr>
          <p:spPr>
            <a:xfrm rot="10800000">
              <a:off x="264100" y="1328875"/>
              <a:ext cx="5264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24" name="Google Shape;524;p42"/>
            <p:cNvSpPr/>
            <p:nvPr/>
          </p:nvSpPr>
          <p:spPr>
            <a:xfrm>
              <a:off x="5036600" y="1279375"/>
              <a:ext cx="99000" cy="99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2"/>
            <p:cNvSpPr/>
            <p:nvPr/>
          </p:nvSpPr>
          <p:spPr>
            <a:xfrm rot="10800000" flipH="1">
              <a:off x="3853500" y="813261"/>
              <a:ext cx="1242180" cy="515614"/>
            </a:xfrm>
            <a:custGeom>
              <a:avLst/>
              <a:gdLst/>
              <a:ahLst/>
              <a:cxnLst/>
              <a:rect l="l" t="t" r="r" b="b"/>
              <a:pathLst>
                <a:path w="38130" h="38659" extrusionOk="0">
                  <a:moveTo>
                    <a:pt x="0" y="0"/>
                  </a:moveTo>
                  <a:lnTo>
                    <a:pt x="0" y="38659"/>
                  </a:lnTo>
                  <a:lnTo>
                    <a:pt x="38130" y="3865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526" name="Google Shape;526;p42"/>
          <p:cNvCxnSpPr/>
          <p:nvPr/>
        </p:nvCxnSpPr>
        <p:spPr>
          <a:xfrm rot="10800000">
            <a:off x="5086125" y="255629"/>
            <a:ext cx="0" cy="463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290;p35">
            <a:extLst>
              <a:ext uri="{FF2B5EF4-FFF2-40B4-BE49-F238E27FC236}">
                <a16:creationId xmlns:a16="http://schemas.microsoft.com/office/drawing/2014/main" id="{DC65BD27-87E3-AC5A-6BD4-52C33E721AA5}"/>
              </a:ext>
            </a:extLst>
          </p:cNvPr>
          <p:cNvSpPr txBox="1">
            <a:spLocks/>
          </p:cNvSpPr>
          <p:nvPr/>
        </p:nvSpPr>
        <p:spPr>
          <a:xfrm>
            <a:off x="350000" y="450587"/>
            <a:ext cx="468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Black"/>
              <a:buNone/>
              <a:defRPr sz="26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Архитектура сайта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41F367-B321-A5E6-2C15-803BB54C1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805" y="412965"/>
            <a:ext cx="3025798" cy="431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777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Wireframes —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мобильная версия</a:t>
            </a:r>
            <a:endParaRPr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3F431E-1721-4643-88BE-D7B5C2378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606" y="1017725"/>
            <a:ext cx="1348326" cy="3703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041B10-3C74-976C-D227-CC1DED91E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093" y="1046687"/>
            <a:ext cx="1544889" cy="37173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2F148D-EDAC-CF25-6248-274ED4473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94" y="1082527"/>
            <a:ext cx="1375204" cy="36319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2C44EE-3092-570F-B484-BA9E97EB4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259" y="1089406"/>
            <a:ext cx="1406490" cy="36319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Wireframes —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десктопная версия</a:t>
            </a:r>
            <a:endParaRPr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04D54-AC06-B1FD-ADF1-82EF76256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82" y="1017725"/>
            <a:ext cx="2205344" cy="37559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E25D67-50C6-2034-AE5D-2619CBC74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656" y="1017725"/>
            <a:ext cx="2919670" cy="3764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9CD1D2-1D93-F276-0FD9-B930F5054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4409" y="1017725"/>
            <a:ext cx="2908217" cy="2081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23B0C3-A643-D43B-6517-3B15B41EB1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4409" y="3098800"/>
            <a:ext cx="2919670" cy="97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5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Итоговый мобильный дизайн</a:t>
            </a:r>
            <a:endParaRPr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263446-AB90-5221-E9AE-DC7E36E68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710" y="1017725"/>
            <a:ext cx="1437467" cy="37733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E96B0D-572D-6FB1-02B0-AF12C3EE2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666" y="1017726"/>
            <a:ext cx="1419398" cy="3773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F43A71-7D8E-B704-10B6-E78B5EB1E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553" y="1017726"/>
            <a:ext cx="1127105" cy="37733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DCA640-629C-E1CE-DD74-7B92509999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1147" y="1017725"/>
            <a:ext cx="1724646" cy="377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1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Итоговый десктопный дизайн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9047D6-AEBD-EF7A-FB63-BA1C22CC6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639" y="1017725"/>
            <a:ext cx="4010806" cy="3680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99DE6A-4EA9-1CB4-2EEB-880D6B332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1017725"/>
            <a:ext cx="2714625" cy="361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16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СПАСИБО ЗА ВНИМАНИЕ</a:t>
            </a:r>
            <a:endParaRPr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937610"/>
      </p:ext>
    </p:extLst>
  </p:cSld>
  <p:clrMapOvr>
    <a:masterClrMapping/>
  </p:clrMapOvr>
</p:sld>
</file>

<file path=ppt/theme/theme1.xml><?xml version="1.0" encoding="utf-8"?>
<a:theme xmlns:a="http://schemas.openxmlformats.org/drawingml/2006/main" name="Surgical Case Report by Slidesgo">
  <a:themeElements>
    <a:clrScheme name="Simple Light">
      <a:dk1>
        <a:srgbClr val="2C515A"/>
      </a:dk1>
      <a:lt1>
        <a:srgbClr val="398781"/>
      </a:lt1>
      <a:dk2>
        <a:srgbClr val="EAEFF3"/>
      </a:dk2>
      <a:lt2>
        <a:srgbClr val="41686D"/>
      </a:lt2>
      <a:accent1>
        <a:srgbClr val="8293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C51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</Words>
  <Application>Microsoft Office PowerPoint</Application>
  <PresentationFormat>On-screen Show (16:9)</PresentationFormat>
  <Paragraphs>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Roboto</vt:lpstr>
      <vt:lpstr>Figtree Black</vt:lpstr>
      <vt:lpstr>Arial</vt:lpstr>
      <vt:lpstr>Cascadia Code SemiBold</vt:lpstr>
      <vt:lpstr>Surgical Case Report by Slidesgo</vt:lpstr>
      <vt:lpstr>Редизайн сайта компании Bambu Lab</vt:lpstr>
      <vt:lpstr>Исследование</vt:lpstr>
      <vt:lpstr>PowerPoint Presentation</vt:lpstr>
      <vt:lpstr>PowerPoint Presentation</vt:lpstr>
      <vt:lpstr>Анализ текущего сайта Bambu Lab</vt:lpstr>
      <vt:lpstr>PowerPoint Presentation</vt:lpstr>
      <vt:lpstr>Wireframes — мобильная версия</vt:lpstr>
      <vt:lpstr>Wireframes — десктопная версия</vt:lpstr>
      <vt:lpstr>Итоговый мобильный дизайн</vt:lpstr>
      <vt:lpstr>Итоговый десктопный дизайн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NKTKLN</cp:lastModifiedBy>
  <cp:revision>1</cp:revision>
  <dcterms:modified xsi:type="dcterms:W3CDTF">2025-11-26T15:28:15Z</dcterms:modified>
</cp:coreProperties>
</file>