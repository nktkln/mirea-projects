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8"/>
  </p:notesMasterIdLst>
  <p:sldIdLst>
    <p:sldId id="256" r:id="rId2"/>
    <p:sldId id="257" r:id="rId3"/>
    <p:sldId id="308" r:id="rId4"/>
    <p:sldId id="313" r:id="rId5"/>
    <p:sldId id="309" r:id="rId6"/>
    <p:sldId id="310" r:id="rId7"/>
    <p:sldId id="311" r:id="rId8"/>
    <p:sldId id="322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287" r:id="rId17"/>
  </p:sldIdLst>
  <p:sldSz cx="9144000" cy="5143500" type="screen16x9"/>
  <p:notesSz cx="6858000" cy="9144000"/>
  <p:embeddedFontLst>
    <p:embeddedFont>
      <p:font typeface="Mulish" pitchFamily="2" charset="77"/>
      <p:regular r:id="rId19"/>
      <p:bold r:id="rId20"/>
      <p:italic r:id="rId21"/>
      <p:boldItalic r:id="rId22"/>
    </p:embeddedFont>
    <p:embeddedFont>
      <p:font typeface="Roboto Condensed Light" panose="020F0302020204030204" pitchFamily="34" charset="0"/>
      <p:regular r:id="rId23"/>
      <p:italic r:id="rId24"/>
    </p:embeddedFont>
    <p:embeddedFont>
      <p:font typeface="Source Serif Pro" panose="020406030504050202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D95DB9-BEDF-4837-9DEB-6BEF4029E58D}">
  <a:tblStyle styleId="{8FD95DB9-BEDF-4837-9DEB-6BEF4029E5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60"/>
    <p:restoredTop sz="94719"/>
  </p:normalViewPr>
  <p:slideViewPr>
    <p:cSldViewPr snapToGrid="0">
      <p:cViewPr varScale="1">
        <p:scale>
          <a:sx n="198" d="100"/>
          <a:sy n="198" d="100"/>
        </p:scale>
        <p:origin x="113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061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7060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924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372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670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434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4395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9460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337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2628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1501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78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5f97e6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5f97e6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634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f55f97e624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f55f97e624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46150" y="1296850"/>
            <a:ext cx="7451700" cy="21804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2500" y="364755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913993">
            <a:off x="6038574" y="3739996"/>
            <a:ext cx="3679900" cy="2180310"/>
          </a:xfrm>
          <a:custGeom>
            <a:avLst/>
            <a:gdLst/>
            <a:ahLst/>
            <a:cxnLst/>
            <a:rect l="l" t="t" r="r" b="b"/>
            <a:pathLst>
              <a:path w="68271" h="40450" fill="none" extrusionOk="0">
                <a:moveTo>
                  <a:pt x="0" y="40450"/>
                </a:moveTo>
                <a:cubicBezTo>
                  <a:pt x="22" y="39490"/>
                  <a:pt x="96" y="38536"/>
                  <a:pt x="322" y="37581"/>
                </a:cubicBezTo>
                <a:cubicBezTo>
                  <a:pt x="1738" y="31588"/>
                  <a:pt x="5698" y="25671"/>
                  <a:pt x="9326" y="21033"/>
                </a:cubicBezTo>
                <a:cubicBezTo>
                  <a:pt x="12844" y="16536"/>
                  <a:pt x="17753" y="12340"/>
                  <a:pt x="23124" y="13166"/>
                </a:cubicBezTo>
                <a:cubicBezTo>
                  <a:pt x="26222" y="13643"/>
                  <a:pt x="28874" y="15720"/>
                  <a:pt x="31573" y="17446"/>
                </a:cubicBezTo>
                <a:cubicBezTo>
                  <a:pt x="34270" y="19171"/>
                  <a:pt x="37450" y="20625"/>
                  <a:pt x="40462" y="19704"/>
                </a:cubicBezTo>
                <a:cubicBezTo>
                  <a:pt x="44095" y="18594"/>
                  <a:pt x="46145" y="14512"/>
                  <a:pt x="47735" y="10786"/>
                </a:cubicBezTo>
                <a:cubicBezTo>
                  <a:pt x="49327" y="7060"/>
                  <a:pt x="51212" y="2941"/>
                  <a:pt x="54769" y="1573"/>
                </a:cubicBezTo>
                <a:cubicBezTo>
                  <a:pt x="58850" y="0"/>
                  <a:pt x="63459" y="3000"/>
                  <a:pt x="65571" y="7115"/>
                </a:cubicBezTo>
                <a:cubicBezTo>
                  <a:pt x="67684" y="11228"/>
                  <a:pt x="67910" y="16138"/>
                  <a:pt x="68058" y="20849"/>
                </a:cubicBezTo>
                <a:cubicBezTo>
                  <a:pt x="68178" y="24671"/>
                  <a:pt x="68271" y="28549"/>
                  <a:pt x="68020" y="32366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38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27875" y="-183275"/>
            <a:ext cx="5674061" cy="1921453"/>
          </a:xfrm>
          <a:custGeom>
            <a:avLst/>
            <a:gdLst/>
            <a:ahLst/>
            <a:cxnLst/>
            <a:rect l="l" t="t" r="r" b="b"/>
            <a:pathLst>
              <a:path w="110342" h="37366" extrusionOk="0">
                <a:moveTo>
                  <a:pt x="44765" y="12645"/>
                </a:moveTo>
                <a:cubicBezTo>
                  <a:pt x="45458" y="12645"/>
                  <a:pt x="46103" y="13273"/>
                  <a:pt x="46259" y="14057"/>
                </a:cubicBezTo>
                <a:cubicBezTo>
                  <a:pt x="46466" y="15105"/>
                  <a:pt x="45859" y="16096"/>
                  <a:pt x="45247" y="16926"/>
                </a:cubicBezTo>
                <a:lnTo>
                  <a:pt x="45247" y="16926"/>
                </a:lnTo>
                <a:cubicBezTo>
                  <a:pt x="44717" y="16687"/>
                  <a:pt x="44227" y="16367"/>
                  <a:pt x="43846" y="15928"/>
                </a:cubicBezTo>
                <a:cubicBezTo>
                  <a:pt x="43130" y="15101"/>
                  <a:pt x="43038" y="13882"/>
                  <a:pt x="43841" y="13067"/>
                </a:cubicBezTo>
                <a:cubicBezTo>
                  <a:pt x="44132" y="12771"/>
                  <a:pt x="44453" y="12645"/>
                  <a:pt x="44765" y="12645"/>
                </a:cubicBezTo>
                <a:close/>
                <a:moveTo>
                  <a:pt x="110207" y="1"/>
                </a:moveTo>
                <a:cubicBezTo>
                  <a:pt x="110186" y="1"/>
                  <a:pt x="110165" y="8"/>
                  <a:pt x="110146" y="24"/>
                </a:cubicBezTo>
                <a:cubicBezTo>
                  <a:pt x="106815" y="2904"/>
                  <a:pt x="102976" y="5118"/>
                  <a:pt x="98761" y="6419"/>
                </a:cubicBezTo>
                <a:cubicBezTo>
                  <a:pt x="95778" y="7341"/>
                  <a:pt x="92749" y="7743"/>
                  <a:pt x="89687" y="7743"/>
                </a:cubicBezTo>
                <a:cubicBezTo>
                  <a:pt x="88284" y="7743"/>
                  <a:pt x="86875" y="7659"/>
                  <a:pt x="85459" y="7501"/>
                </a:cubicBezTo>
                <a:cubicBezTo>
                  <a:pt x="82631" y="7187"/>
                  <a:pt x="79767" y="6729"/>
                  <a:pt x="76927" y="6729"/>
                </a:cubicBezTo>
                <a:cubicBezTo>
                  <a:pt x="74996" y="6729"/>
                  <a:pt x="73077" y="6940"/>
                  <a:pt x="71186" y="7552"/>
                </a:cubicBezTo>
                <a:cubicBezTo>
                  <a:pt x="66977" y="8911"/>
                  <a:pt x="63459" y="11703"/>
                  <a:pt x="59743" y="14002"/>
                </a:cubicBezTo>
                <a:cubicBezTo>
                  <a:pt x="56628" y="15932"/>
                  <a:pt x="52950" y="17681"/>
                  <a:pt x="49216" y="17681"/>
                </a:cubicBezTo>
                <a:cubicBezTo>
                  <a:pt x="48329" y="17681"/>
                  <a:pt x="47440" y="17583"/>
                  <a:pt x="46553" y="17365"/>
                </a:cubicBezTo>
                <a:cubicBezTo>
                  <a:pt x="46178" y="17272"/>
                  <a:pt x="45795" y="17156"/>
                  <a:pt x="45428" y="17004"/>
                </a:cubicBezTo>
                <a:lnTo>
                  <a:pt x="45428" y="17004"/>
                </a:lnTo>
                <a:cubicBezTo>
                  <a:pt x="45991" y="16228"/>
                  <a:pt x="46554" y="15311"/>
                  <a:pt x="46487" y="14314"/>
                </a:cubicBezTo>
                <a:cubicBezTo>
                  <a:pt x="46440" y="13598"/>
                  <a:pt x="46042" y="12835"/>
                  <a:pt x="45355" y="12550"/>
                </a:cubicBezTo>
                <a:cubicBezTo>
                  <a:pt x="45162" y="12469"/>
                  <a:pt x="44974" y="12433"/>
                  <a:pt x="44795" y="12433"/>
                </a:cubicBezTo>
                <a:cubicBezTo>
                  <a:pt x="43684" y="12433"/>
                  <a:pt x="42901" y="13839"/>
                  <a:pt x="43109" y="14900"/>
                </a:cubicBezTo>
                <a:cubicBezTo>
                  <a:pt x="43316" y="15956"/>
                  <a:pt x="44147" y="16643"/>
                  <a:pt x="45127" y="17086"/>
                </a:cubicBezTo>
                <a:lnTo>
                  <a:pt x="45127" y="17086"/>
                </a:lnTo>
                <a:cubicBezTo>
                  <a:pt x="45090" y="17136"/>
                  <a:pt x="45053" y="17185"/>
                  <a:pt x="45016" y="17234"/>
                </a:cubicBezTo>
                <a:cubicBezTo>
                  <a:pt x="42470" y="20577"/>
                  <a:pt x="38879" y="23107"/>
                  <a:pt x="34897" y="24441"/>
                </a:cubicBezTo>
                <a:cubicBezTo>
                  <a:pt x="32452" y="25260"/>
                  <a:pt x="29965" y="25499"/>
                  <a:pt x="27457" y="25499"/>
                </a:cubicBezTo>
                <a:cubicBezTo>
                  <a:pt x="25387" y="25499"/>
                  <a:pt x="23303" y="25336"/>
                  <a:pt x="21217" y="25201"/>
                </a:cubicBezTo>
                <a:cubicBezTo>
                  <a:pt x="20141" y="25132"/>
                  <a:pt x="19063" y="25085"/>
                  <a:pt x="17991" y="25085"/>
                </a:cubicBezTo>
                <a:cubicBezTo>
                  <a:pt x="14754" y="25085"/>
                  <a:pt x="11565" y="25514"/>
                  <a:pt x="8617" y="27053"/>
                </a:cubicBezTo>
                <a:cubicBezTo>
                  <a:pt x="5351" y="28758"/>
                  <a:pt x="2621" y="31513"/>
                  <a:pt x="992" y="34820"/>
                </a:cubicBezTo>
                <a:cubicBezTo>
                  <a:pt x="603" y="35615"/>
                  <a:pt x="276" y="36438"/>
                  <a:pt x="16" y="37285"/>
                </a:cubicBezTo>
                <a:cubicBezTo>
                  <a:pt x="1" y="37334"/>
                  <a:pt x="41" y="37365"/>
                  <a:pt x="80" y="37365"/>
                </a:cubicBezTo>
                <a:cubicBezTo>
                  <a:pt x="106" y="37365"/>
                  <a:pt x="132" y="37352"/>
                  <a:pt x="142" y="37320"/>
                </a:cubicBezTo>
                <a:cubicBezTo>
                  <a:pt x="1408" y="33342"/>
                  <a:pt x="4168" y="29917"/>
                  <a:pt x="7733" y="27755"/>
                </a:cubicBezTo>
                <a:cubicBezTo>
                  <a:pt x="9545" y="26655"/>
                  <a:pt x="11548" y="25908"/>
                  <a:pt x="13639" y="25553"/>
                </a:cubicBezTo>
                <a:cubicBezTo>
                  <a:pt x="14971" y="25327"/>
                  <a:pt x="16317" y="25248"/>
                  <a:pt x="17666" y="25248"/>
                </a:cubicBezTo>
                <a:cubicBezTo>
                  <a:pt x="18953" y="25248"/>
                  <a:pt x="20243" y="25320"/>
                  <a:pt x="21525" y="25406"/>
                </a:cubicBezTo>
                <a:cubicBezTo>
                  <a:pt x="23572" y="25543"/>
                  <a:pt x="25625" y="25725"/>
                  <a:pt x="27679" y="25725"/>
                </a:cubicBezTo>
                <a:cubicBezTo>
                  <a:pt x="28150" y="25725"/>
                  <a:pt x="28622" y="25715"/>
                  <a:pt x="29093" y="25693"/>
                </a:cubicBezTo>
                <a:cubicBezTo>
                  <a:pt x="31317" y="25591"/>
                  <a:pt x="33506" y="25173"/>
                  <a:pt x="35594" y="24398"/>
                </a:cubicBezTo>
                <a:cubicBezTo>
                  <a:pt x="39429" y="22977"/>
                  <a:pt x="42870" y="20454"/>
                  <a:pt x="45310" y="17165"/>
                </a:cubicBezTo>
                <a:lnTo>
                  <a:pt x="45310" y="17165"/>
                </a:lnTo>
                <a:cubicBezTo>
                  <a:pt x="46076" y="17484"/>
                  <a:pt x="46913" y="17663"/>
                  <a:pt x="47607" y="17760"/>
                </a:cubicBezTo>
                <a:cubicBezTo>
                  <a:pt x="48136" y="17835"/>
                  <a:pt x="48667" y="17870"/>
                  <a:pt x="49198" y="17870"/>
                </a:cubicBezTo>
                <a:cubicBezTo>
                  <a:pt x="50900" y="17870"/>
                  <a:pt x="52598" y="17511"/>
                  <a:pt x="54204" y="16954"/>
                </a:cubicBezTo>
                <a:cubicBezTo>
                  <a:pt x="58734" y="15387"/>
                  <a:pt x="62435" y="12297"/>
                  <a:pt x="66540" y="9932"/>
                </a:cubicBezTo>
                <a:cubicBezTo>
                  <a:pt x="68613" y="8736"/>
                  <a:pt x="70813" y="7728"/>
                  <a:pt x="73172" y="7268"/>
                </a:cubicBezTo>
                <a:cubicBezTo>
                  <a:pt x="74398" y="7028"/>
                  <a:pt x="75640" y="6936"/>
                  <a:pt x="76884" y="6936"/>
                </a:cubicBezTo>
                <a:cubicBezTo>
                  <a:pt x="78286" y="6936"/>
                  <a:pt x="79692" y="7053"/>
                  <a:pt x="81083" y="7208"/>
                </a:cubicBezTo>
                <a:cubicBezTo>
                  <a:pt x="83680" y="7495"/>
                  <a:pt x="86268" y="7919"/>
                  <a:pt x="88885" y="8006"/>
                </a:cubicBezTo>
                <a:cubicBezTo>
                  <a:pt x="89207" y="8016"/>
                  <a:pt x="89528" y="8021"/>
                  <a:pt x="89850" y="8021"/>
                </a:cubicBezTo>
                <a:cubicBezTo>
                  <a:pt x="91742" y="8021"/>
                  <a:pt x="93630" y="7843"/>
                  <a:pt x="95490" y="7489"/>
                </a:cubicBezTo>
                <a:cubicBezTo>
                  <a:pt x="99915" y="6648"/>
                  <a:pt x="104161" y="4830"/>
                  <a:pt x="107812" y="2188"/>
                </a:cubicBezTo>
                <a:cubicBezTo>
                  <a:pt x="108673" y="1560"/>
                  <a:pt x="109496" y="881"/>
                  <a:pt x="110275" y="152"/>
                </a:cubicBezTo>
                <a:cubicBezTo>
                  <a:pt x="110342" y="90"/>
                  <a:pt x="110279" y="1"/>
                  <a:pt x="1102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2578375" y="4023300"/>
            <a:ext cx="4890919" cy="2240830"/>
          </a:xfrm>
          <a:custGeom>
            <a:avLst/>
            <a:gdLst/>
            <a:ahLst/>
            <a:cxnLst/>
            <a:rect l="l" t="t" r="r" b="b"/>
            <a:pathLst>
              <a:path w="84348" h="38645" extrusionOk="0">
                <a:moveTo>
                  <a:pt x="61967" y="216"/>
                </a:moveTo>
                <a:cubicBezTo>
                  <a:pt x="62082" y="216"/>
                  <a:pt x="62199" y="224"/>
                  <a:pt x="62315" y="241"/>
                </a:cubicBezTo>
                <a:cubicBezTo>
                  <a:pt x="63225" y="372"/>
                  <a:pt x="64010" y="960"/>
                  <a:pt x="64556" y="1677"/>
                </a:cubicBezTo>
                <a:cubicBezTo>
                  <a:pt x="65122" y="2423"/>
                  <a:pt x="65474" y="3359"/>
                  <a:pt x="65449" y="4303"/>
                </a:cubicBezTo>
                <a:cubicBezTo>
                  <a:pt x="65425" y="5283"/>
                  <a:pt x="64936" y="6201"/>
                  <a:pt x="64266" y="6898"/>
                </a:cubicBezTo>
                <a:cubicBezTo>
                  <a:pt x="63663" y="7526"/>
                  <a:pt x="62913" y="7989"/>
                  <a:pt x="62097" y="8296"/>
                </a:cubicBezTo>
                <a:lnTo>
                  <a:pt x="62097" y="8296"/>
                </a:lnTo>
                <a:cubicBezTo>
                  <a:pt x="61169" y="7778"/>
                  <a:pt x="60351" y="7101"/>
                  <a:pt x="59804" y="6188"/>
                </a:cubicBezTo>
                <a:cubicBezTo>
                  <a:pt x="58935" y="4737"/>
                  <a:pt x="58784" y="2575"/>
                  <a:pt x="59908" y="1209"/>
                </a:cubicBezTo>
                <a:cubicBezTo>
                  <a:pt x="60413" y="594"/>
                  <a:pt x="61177" y="216"/>
                  <a:pt x="61967" y="216"/>
                </a:cubicBezTo>
                <a:close/>
                <a:moveTo>
                  <a:pt x="61964" y="1"/>
                </a:moveTo>
                <a:cubicBezTo>
                  <a:pt x="61852" y="1"/>
                  <a:pt x="61738" y="7"/>
                  <a:pt x="61624" y="21"/>
                </a:cubicBezTo>
                <a:cubicBezTo>
                  <a:pt x="59965" y="225"/>
                  <a:pt x="59016" y="1780"/>
                  <a:pt x="58915" y="3335"/>
                </a:cubicBezTo>
                <a:cubicBezTo>
                  <a:pt x="58795" y="5155"/>
                  <a:pt x="59648" y="6770"/>
                  <a:pt x="61072" y="7863"/>
                </a:cubicBezTo>
                <a:cubicBezTo>
                  <a:pt x="61321" y="8054"/>
                  <a:pt x="61579" y="8227"/>
                  <a:pt x="61844" y="8386"/>
                </a:cubicBezTo>
                <a:lnTo>
                  <a:pt x="61844" y="8386"/>
                </a:lnTo>
                <a:cubicBezTo>
                  <a:pt x="61068" y="8644"/>
                  <a:pt x="60243" y="8769"/>
                  <a:pt x="59434" y="8769"/>
                </a:cubicBezTo>
                <a:cubicBezTo>
                  <a:pt x="59240" y="8769"/>
                  <a:pt x="59048" y="8762"/>
                  <a:pt x="58858" y="8748"/>
                </a:cubicBezTo>
                <a:cubicBezTo>
                  <a:pt x="56396" y="8563"/>
                  <a:pt x="54147" y="7279"/>
                  <a:pt x="52100" y="5997"/>
                </a:cubicBezTo>
                <a:cubicBezTo>
                  <a:pt x="50045" y="4710"/>
                  <a:pt x="48023" y="3297"/>
                  <a:pt x="45703" y="2524"/>
                </a:cubicBezTo>
                <a:cubicBezTo>
                  <a:pt x="44668" y="2180"/>
                  <a:pt x="43622" y="2015"/>
                  <a:pt x="42577" y="2015"/>
                </a:cubicBezTo>
                <a:cubicBezTo>
                  <a:pt x="41474" y="2015"/>
                  <a:pt x="40371" y="2198"/>
                  <a:pt x="39280" y="2546"/>
                </a:cubicBezTo>
                <a:cubicBezTo>
                  <a:pt x="37247" y="3195"/>
                  <a:pt x="35379" y="4251"/>
                  <a:pt x="33459" y="5163"/>
                </a:cubicBezTo>
                <a:cubicBezTo>
                  <a:pt x="31353" y="6162"/>
                  <a:pt x="29189" y="6934"/>
                  <a:pt x="26836" y="6934"/>
                </a:cubicBezTo>
                <a:cubicBezTo>
                  <a:pt x="26771" y="6934"/>
                  <a:pt x="26706" y="6934"/>
                  <a:pt x="26641" y="6932"/>
                </a:cubicBezTo>
                <a:cubicBezTo>
                  <a:pt x="21203" y="6830"/>
                  <a:pt x="16482" y="3586"/>
                  <a:pt x="11204" y="2693"/>
                </a:cubicBezTo>
                <a:cubicBezTo>
                  <a:pt x="10389" y="2555"/>
                  <a:pt x="9561" y="2475"/>
                  <a:pt x="8737" y="2475"/>
                </a:cubicBezTo>
                <a:cubicBezTo>
                  <a:pt x="7356" y="2475"/>
                  <a:pt x="5985" y="2701"/>
                  <a:pt x="4700" y="3266"/>
                </a:cubicBezTo>
                <a:cubicBezTo>
                  <a:pt x="2949" y="4035"/>
                  <a:pt x="1369" y="5351"/>
                  <a:pt x="554" y="7107"/>
                </a:cubicBezTo>
                <a:cubicBezTo>
                  <a:pt x="185" y="7902"/>
                  <a:pt x="0" y="8768"/>
                  <a:pt x="16" y="9643"/>
                </a:cubicBezTo>
                <a:cubicBezTo>
                  <a:pt x="17" y="9669"/>
                  <a:pt x="36" y="9681"/>
                  <a:pt x="56" y="9681"/>
                </a:cubicBezTo>
                <a:cubicBezTo>
                  <a:pt x="75" y="9681"/>
                  <a:pt x="94" y="9669"/>
                  <a:pt x="93" y="9643"/>
                </a:cubicBezTo>
                <a:cubicBezTo>
                  <a:pt x="63" y="7413"/>
                  <a:pt x="1394" y="5496"/>
                  <a:pt x="3179" y="4261"/>
                </a:cubicBezTo>
                <a:cubicBezTo>
                  <a:pt x="4847" y="3111"/>
                  <a:pt x="6775" y="2624"/>
                  <a:pt x="8758" y="2624"/>
                </a:cubicBezTo>
                <a:cubicBezTo>
                  <a:pt x="9125" y="2624"/>
                  <a:pt x="9494" y="2640"/>
                  <a:pt x="9863" y="2673"/>
                </a:cubicBezTo>
                <a:cubicBezTo>
                  <a:pt x="15393" y="3158"/>
                  <a:pt x="20173" y="6585"/>
                  <a:pt x="25705" y="7071"/>
                </a:cubicBezTo>
                <a:cubicBezTo>
                  <a:pt x="26057" y="7102"/>
                  <a:pt x="26405" y="7117"/>
                  <a:pt x="26750" y="7117"/>
                </a:cubicBezTo>
                <a:cubicBezTo>
                  <a:pt x="28742" y="7117"/>
                  <a:pt x="30635" y="6622"/>
                  <a:pt x="32487" y="5822"/>
                </a:cubicBezTo>
                <a:cubicBezTo>
                  <a:pt x="34591" y="4912"/>
                  <a:pt x="36575" y="3732"/>
                  <a:pt x="38732" y="2949"/>
                </a:cubicBezTo>
                <a:cubicBezTo>
                  <a:pt x="40010" y="2485"/>
                  <a:pt x="41301" y="2229"/>
                  <a:pt x="42597" y="2229"/>
                </a:cubicBezTo>
                <a:cubicBezTo>
                  <a:pt x="43634" y="2229"/>
                  <a:pt x="44675" y="2393"/>
                  <a:pt x="45716" y="2747"/>
                </a:cubicBezTo>
                <a:cubicBezTo>
                  <a:pt x="48156" y="3576"/>
                  <a:pt x="50256" y="5112"/>
                  <a:pt x="52434" y="6448"/>
                </a:cubicBezTo>
                <a:cubicBezTo>
                  <a:pt x="54429" y="7674"/>
                  <a:pt x="56641" y="8842"/>
                  <a:pt x="59030" y="8967"/>
                </a:cubicBezTo>
                <a:cubicBezTo>
                  <a:pt x="59169" y="8974"/>
                  <a:pt x="59308" y="8978"/>
                  <a:pt x="59448" y="8978"/>
                </a:cubicBezTo>
                <a:cubicBezTo>
                  <a:pt x="60336" y="8978"/>
                  <a:pt x="61242" y="8830"/>
                  <a:pt x="62085" y="8525"/>
                </a:cubicBezTo>
                <a:lnTo>
                  <a:pt x="62085" y="8525"/>
                </a:lnTo>
                <a:cubicBezTo>
                  <a:pt x="65659" y="10513"/>
                  <a:pt x="70454" y="10005"/>
                  <a:pt x="73424" y="13086"/>
                </a:cubicBezTo>
                <a:cubicBezTo>
                  <a:pt x="75022" y="14742"/>
                  <a:pt x="75434" y="17046"/>
                  <a:pt x="75503" y="19262"/>
                </a:cubicBezTo>
                <a:cubicBezTo>
                  <a:pt x="75574" y="21522"/>
                  <a:pt x="75326" y="23793"/>
                  <a:pt x="75572" y="26045"/>
                </a:cubicBezTo>
                <a:cubicBezTo>
                  <a:pt x="76036" y="30278"/>
                  <a:pt x="78260" y="34272"/>
                  <a:pt x="81559" y="36953"/>
                </a:cubicBezTo>
                <a:cubicBezTo>
                  <a:pt x="82368" y="37612"/>
                  <a:pt x="83254" y="38148"/>
                  <a:pt x="84174" y="38634"/>
                </a:cubicBezTo>
                <a:cubicBezTo>
                  <a:pt x="84188" y="38641"/>
                  <a:pt x="84202" y="38645"/>
                  <a:pt x="84216" y="38645"/>
                </a:cubicBezTo>
                <a:cubicBezTo>
                  <a:pt x="84295" y="38645"/>
                  <a:pt x="84347" y="38529"/>
                  <a:pt x="84262" y="38484"/>
                </a:cubicBezTo>
                <a:cubicBezTo>
                  <a:pt x="80460" y="36473"/>
                  <a:pt x="77550" y="32773"/>
                  <a:pt x="76353" y="28662"/>
                </a:cubicBezTo>
                <a:cubicBezTo>
                  <a:pt x="75730" y="26528"/>
                  <a:pt x="75694" y="24358"/>
                  <a:pt x="75738" y="22153"/>
                </a:cubicBezTo>
                <a:cubicBezTo>
                  <a:pt x="75779" y="20070"/>
                  <a:pt x="75874" y="17907"/>
                  <a:pt x="75276" y="15886"/>
                </a:cubicBezTo>
                <a:cubicBezTo>
                  <a:pt x="74686" y="13894"/>
                  <a:pt x="73350" y="12354"/>
                  <a:pt x="71502" y="11419"/>
                </a:cubicBezTo>
                <a:cubicBezTo>
                  <a:pt x="69570" y="10441"/>
                  <a:pt x="67415" y="10107"/>
                  <a:pt x="65348" y="9541"/>
                </a:cubicBezTo>
                <a:cubicBezTo>
                  <a:pt x="64359" y="9270"/>
                  <a:pt x="63299" y="8926"/>
                  <a:pt x="62339" y="8427"/>
                </a:cubicBezTo>
                <a:lnTo>
                  <a:pt x="62339" y="8427"/>
                </a:lnTo>
                <a:cubicBezTo>
                  <a:pt x="63017" y="8151"/>
                  <a:pt x="63648" y="7768"/>
                  <a:pt x="64187" y="7273"/>
                </a:cubicBezTo>
                <a:cubicBezTo>
                  <a:pt x="65515" y="6054"/>
                  <a:pt x="66034" y="4278"/>
                  <a:pt x="65326" y="2587"/>
                </a:cubicBezTo>
                <a:cubicBezTo>
                  <a:pt x="64765" y="1248"/>
                  <a:pt x="63476" y="1"/>
                  <a:pt x="61964" y="1"/>
                </a:cubicBezTo>
                <a:close/>
              </a:path>
            </a:pathLst>
          </a:custGeom>
          <a:solidFill>
            <a:srgbClr val="1A2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-8999967">
            <a:off x="6803085" y="-525700"/>
            <a:ext cx="2852404" cy="1231517"/>
          </a:xfrm>
          <a:custGeom>
            <a:avLst/>
            <a:gdLst/>
            <a:ahLst/>
            <a:cxnLst/>
            <a:rect l="l" t="t" r="r" b="b"/>
            <a:pathLst>
              <a:path w="57089" h="24648" fill="none" extrusionOk="0">
                <a:moveTo>
                  <a:pt x="1523" y="24647"/>
                </a:moveTo>
                <a:cubicBezTo>
                  <a:pt x="0" y="20260"/>
                  <a:pt x="1974" y="15000"/>
                  <a:pt x="4860" y="11362"/>
                </a:cubicBezTo>
                <a:cubicBezTo>
                  <a:pt x="7746" y="7725"/>
                  <a:pt x="11851" y="5266"/>
                  <a:pt x="16045" y="3273"/>
                </a:cubicBezTo>
                <a:cubicBezTo>
                  <a:pt x="19525" y="1619"/>
                  <a:pt x="23219" y="209"/>
                  <a:pt x="27069" y="108"/>
                </a:cubicBezTo>
                <a:cubicBezTo>
                  <a:pt x="31105" y="1"/>
                  <a:pt x="35020" y="1330"/>
                  <a:pt x="38961" y="2211"/>
                </a:cubicBezTo>
                <a:cubicBezTo>
                  <a:pt x="41944" y="2877"/>
                  <a:pt x="44995" y="3290"/>
                  <a:pt x="47899" y="4242"/>
                </a:cubicBezTo>
                <a:cubicBezTo>
                  <a:pt x="50804" y="5192"/>
                  <a:pt x="53621" y="6758"/>
                  <a:pt x="55401" y="9243"/>
                </a:cubicBezTo>
                <a:cubicBezTo>
                  <a:pt x="56146" y="10281"/>
                  <a:pt x="56678" y="11431"/>
                  <a:pt x="57089" y="12637"/>
                </a:cubicBezTo>
              </a:path>
            </a:pathLst>
          </a:custGeom>
          <a:noFill/>
          <a:ln w="7450" cap="flat" cmpd="sng">
            <a:solidFill>
              <a:schemeClr val="dk1"/>
            </a:solidFill>
            <a:prstDash val="solid"/>
            <a:miter lim="238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130275"/>
            <a:ext cx="7704000" cy="3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/>
          <p:nvPr/>
        </p:nvSpPr>
        <p:spPr>
          <a:xfrm rot="9148124">
            <a:off x="-523008" y="10675"/>
            <a:ext cx="2263940" cy="421428"/>
          </a:xfrm>
          <a:custGeom>
            <a:avLst/>
            <a:gdLst/>
            <a:ahLst/>
            <a:cxnLst/>
            <a:rect l="l" t="t" r="r" b="b"/>
            <a:pathLst>
              <a:path w="56627" h="10541" fill="none" extrusionOk="0">
                <a:moveTo>
                  <a:pt x="56626" y="9350"/>
                </a:moveTo>
                <a:cubicBezTo>
                  <a:pt x="56216" y="9918"/>
                  <a:pt x="55390" y="10221"/>
                  <a:pt x="54473" y="10357"/>
                </a:cubicBezTo>
                <a:cubicBezTo>
                  <a:pt x="53237" y="10541"/>
                  <a:pt x="51831" y="10424"/>
                  <a:pt x="51046" y="10235"/>
                </a:cubicBezTo>
                <a:cubicBezTo>
                  <a:pt x="49931" y="9970"/>
                  <a:pt x="48871" y="9495"/>
                  <a:pt x="47895" y="8904"/>
                </a:cubicBezTo>
                <a:cubicBezTo>
                  <a:pt x="45933" y="7715"/>
                  <a:pt x="44265" y="6104"/>
                  <a:pt x="42432" y="4727"/>
                </a:cubicBezTo>
                <a:cubicBezTo>
                  <a:pt x="39656" y="2640"/>
                  <a:pt x="36445" y="1075"/>
                  <a:pt x="33025" y="478"/>
                </a:cubicBezTo>
                <a:cubicBezTo>
                  <a:pt x="30295" y="1"/>
                  <a:pt x="27337" y="232"/>
                  <a:pt x="24755" y="1275"/>
                </a:cubicBezTo>
                <a:cubicBezTo>
                  <a:pt x="21184" y="2717"/>
                  <a:pt x="18291" y="5376"/>
                  <a:pt x="14828" y="7030"/>
                </a:cubicBezTo>
                <a:cubicBezTo>
                  <a:pt x="11909" y="8424"/>
                  <a:pt x="8465" y="9221"/>
                  <a:pt x="5264" y="8512"/>
                </a:cubicBezTo>
                <a:cubicBezTo>
                  <a:pt x="4295" y="8300"/>
                  <a:pt x="3350" y="7987"/>
                  <a:pt x="2445" y="7579"/>
                </a:cubicBezTo>
                <a:cubicBezTo>
                  <a:pt x="1946" y="7354"/>
                  <a:pt x="189" y="6696"/>
                  <a:pt x="1" y="615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38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 rot="-734973">
            <a:off x="5313175" y="4481801"/>
            <a:ext cx="4408941" cy="1420169"/>
          </a:xfrm>
          <a:custGeom>
            <a:avLst/>
            <a:gdLst/>
            <a:ahLst/>
            <a:cxnLst/>
            <a:rect l="l" t="t" r="r" b="b"/>
            <a:pathLst>
              <a:path w="70693" h="22771" extrusionOk="0">
                <a:moveTo>
                  <a:pt x="48218" y="206"/>
                </a:moveTo>
                <a:cubicBezTo>
                  <a:pt x="48709" y="206"/>
                  <a:pt x="49195" y="407"/>
                  <a:pt x="49578" y="735"/>
                </a:cubicBezTo>
                <a:cubicBezTo>
                  <a:pt x="50958" y="1914"/>
                  <a:pt x="50586" y="3875"/>
                  <a:pt x="49526" y="5130"/>
                </a:cubicBezTo>
                <a:cubicBezTo>
                  <a:pt x="49380" y="5303"/>
                  <a:pt x="49223" y="5465"/>
                  <a:pt x="49058" y="5615"/>
                </a:cubicBezTo>
                <a:lnTo>
                  <a:pt x="49058" y="5615"/>
                </a:lnTo>
                <a:cubicBezTo>
                  <a:pt x="48764" y="5542"/>
                  <a:pt x="48475" y="5441"/>
                  <a:pt x="48192" y="5307"/>
                </a:cubicBezTo>
                <a:cubicBezTo>
                  <a:pt x="46888" y="4688"/>
                  <a:pt x="45892" y="3383"/>
                  <a:pt x="46299" y="1892"/>
                </a:cubicBezTo>
                <a:cubicBezTo>
                  <a:pt x="46470" y="1263"/>
                  <a:pt x="46872" y="662"/>
                  <a:pt x="47471" y="375"/>
                </a:cubicBezTo>
                <a:cubicBezTo>
                  <a:pt x="47712" y="259"/>
                  <a:pt x="47966" y="206"/>
                  <a:pt x="48218" y="206"/>
                </a:cubicBezTo>
                <a:close/>
                <a:moveTo>
                  <a:pt x="48240" y="1"/>
                </a:moveTo>
                <a:cubicBezTo>
                  <a:pt x="47615" y="1"/>
                  <a:pt x="47003" y="279"/>
                  <a:pt x="46569" y="847"/>
                </a:cubicBezTo>
                <a:cubicBezTo>
                  <a:pt x="45825" y="1821"/>
                  <a:pt x="45803" y="3181"/>
                  <a:pt x="46493" y="4185"/>
                </a:cubicBezTo>
                <a:cubicBezTo>
                  <a:pt x="47052" y="5000"/>
                  <a:pt x="47919" y="5522"/>
                  <a:pt x="48858" y="5788"/>
                </a:cubicBezTo>
                <a:lnTo>
                  <a:pt x="48858" y="5788"/>
                </a:lnTo>
                <a:cubicBezTo>
                  <a:pt x="47961" y="6528"/>
                  <a:pt x="46837" y="6972"/>
                  <a:pt x="45694" y="7180"/>
                </a:cubicBezTo>
                <a:cubicBezTo>
                  <a:pt x="45071" y="7294"/>
                  <a:pt x="44434" y="7341"/>
                  <a:pt x="43787" y="7341"/>
                </a:cubicBezTo>
                <a:cubicBezTo>
                  <a:pt x="40624" y="7341"/>
                  <a:pt x="37219" y="6217"/>
                  <a:pt x="34074" y="6217"/>
                </a:cubicBezTo>
                <a:cubicBezTo>
                  <a:pt x="31935" y="6217"/>
                  <a:pt x="29915" y="6737"/>
                  <a:pt x="28174" y="8485"/>
                </a:cubicBezTo>
                <a:cubicBezTo>
                  <a:pt x="26183" y="10481"/>
                  <a:pt x="24918" y="13350"/>
                  <a:pt x="22023" y="14220"/>
                </a:cubicBezTo>
                <a:cubicBezTo>
                  <a:pt x="21326" y="14430"/>
                  <a:pt x="20609" y="14512"/>
                  <a:pt x="19888" y="14512"/>
                </a:cubicBezTo>
                <a:cubicBezTo>
                  <a:pt x="19059" y="14512"/>
                  <a:pt x="18225" y="14403"/>
                  <a:pt x="17414" y="14254"/>
                </a:cubicBezTo>
                <a:cubicBezTo>
                  <a:pt x="15856" y="13965"/>
                  <a:pt x="14330" y="13527"/>
                  <a:pt x="12773" y="13230"/>
                </a:cubicBezTo>
                <a:cubicBezTo>
                  <a:pt x="11841" y="13053"/>
                  <a:pt x="10894" y="12925"/>
                  <a:pt x="9948" y="12925"/>
                </a:cubicBezTo>
                <a:cubicBezTo>
                  <a:pt x="9446" y="12925"/>
                  <a:pt x="8945" y="12961"/>
                  <a:pt x="8447" y="13044"/>
                </a:cubicBezTo>
                <a:cubicBezTo>
                  <a:pt x="7125" y="13263"/>
                  <a:pt x="5859" y="13780"/>
                  <a:pt x="4738" y="14511"/>
                </a:cubicBezTo>
                <a:cubicBezTo>
                  <a:pt x="2514" y="15957"/>
                  <a:pt x="811" y="18247"/>
                  <a:pt x="222" y="20848"/>
                </a:cubicBezTo>
                <a:cubicBezTo>
                  <a:pt x="84" y="21464"/>
                  <a:pt x="9" y="22093"/>
                  <a:pt x="2" y="22724"/>
                </a:cubicBezTo>
                <a:cubicBezTo>
                  <a:pt x="1" y="22755"/>
                  <a:pt x="24" y="22770"/>
                  <a:pt x="48" y="22770"/>
                </a:cubicBezTo>
                <a:cubicBezTo>
                  <a:pt x="73" y="22770"/>
                  <a:pt x="97" y="22755"/>
                  <a:pt x="98" y="22724"/>
                </a:cubicBezTo>
                <a:lnTo>
                  <a:pt x="98" y="22723"/>
                </a:lnTo>
                <a:cubicBezTo>
                  <a:pt x="178" y="19726"/>
                  <a:pt x="1809" y="16908"/>
                  <a:pt x="4178" y="15116"/>
                </a:cubicBezTo>
                <a:cubicBezTo>
                  <a:pt x="5326" y="14247"/>
                  <a:pt x="6651" y="13609"/>
                  <a:pt x="8061" y="13306"/>
                </a:cubicBezTo>
                <a:cubicBezTo>
                  <a:pt x="8680" y="13173"/>
                  <a:pt x="9304" y="13117"/>
                  <a:pt x="9928" y="13117"/>
                </a:cubicBezTo>
                <a:cubicBezTo>
                  <a:pt x="10901" y="13117"/>
                  <a:pt x="11874" y="13252"/>
                  <a:pt x="12833" y="13441"/>
                </a:cubicBezTo>
                <a:cubicBezTo>
                  <a:pt x="15073" y="13883"/>
                  <a:pt x="17477" y="14743"/>
                  <a:pt x="19824" y="14743"/>
                </a:cubicBezTo>
                <a:cubicBezTo>
                  <a:pt x="20637" y="14743"/>
                  <a:pt x="21443" y="14640"/>
                  <a:pt x="22234" y="14380"/>
                </a:cubicBezTo>
                <a:cubicBezTo>
                  <a:pt x="25117" y="13434"/>
                  <a:pt x="26371" y="10563"/>
                  <a:pt x="28401" y="8567"/>
                </a:cubicBezTo>
                <a:cubicBezTo>
                  <a:pt x="29588" y="7399"/>
                  <a:pt x="31071" y="6721"/>
                  <a:pt x="32720" y="6516"/>
                </a:cubicBezTo>
                <a:cubicBezTo>
                  <a:pt x="33192" y="6458"/>
                  <a:pt x="33667" y="6433"/>
                  <a:pt x="34141" y="6433"/>
                </a:cubicBezTo>
                <a:cubicBezTo>
                  <a:pt x="35375" y="6433"/>
                  <a:pt x="36612" y="6604"/>
                  <a:pt x="37824" y="6810"/>
                </a:cubicBezTo>
                <a:cubicBezTo>
                  <a:pt x="39745" y="7137"/>
                  <a:pt x="41754" y="7581"/>
                  <a:pt x="43733" y="7581"/>
                </a:cubicBezTo>
                <a:cubicBezTo>
                  <a:pt x="44822" y="7581"/>
                  <a:pt x="45901" y="7447"/>
                  <a:pt x="46952" y="7086"/>
                </a:cubicBezTo>
                <a:cubicBezTo>
                  <a:pt x="47738" y="6817"/>
                  <a:pt x="48493" y="6405"/>
                  <a:pt x="49123" y="5856"/>
                </a:cubicBezTo>
                <a:lnTo>
                  <a:pt x="49123" y="5856"/>
                </a:lnTo>
                <a:cubicBezTo>
                  <a:pt x="49456" y="5932"/>
                  <a:pt x="49794" y="5978"/>
                  <a:pt x="50129" y="5994"/>
                </a:cubicBezTo>
                <a:cubicBezTo>
                  <a:pt x="50253" y="6000"/>
                  <a:pt x="50378" y="6003"/>
                  <a:pt x="50503" y="6003"/>
                </a:cubicBezTo>
                <a:cubicBezTo>
                  <a:pt x="52315" y="6003"/>
                  <a:pt x="54122" y="5388"/>
                  <a:pt x="55855" y="4947"/>
                </a:cubicBezTo>
                <a:cubicBezTo>
                  <a:pt x="59814" y="3942"/>
                  <a:pt x="63772" y="2946"/>
                  <a:pt x="67726" y="1925"/>
                </a:cubicBezTo>
                <a:cubicBezTo>
                  <a:pt x="68680" y="1678"/>
                  <a:pt x="69631" y="1421"/>
                  <a:pt x="70585" y="1173"/>
                </a:cubicBezTo>
                <a:cubicBezTo>
                  <a:pt x="70692" y="1145"/>
                  <a:pt x="70658" y="992"/>
                  <a:pt x="70561" y="992"/>
                </a:cubicBezTo>
                <a:cubicBezTo>
                  <a:pt x="70553" y="992"/>
                  <a:pt x="70545" y="993"/>
                  <a:pt x="70537" y="995"/>
                </a:cubicBezTo>
                <a:cubicBezTo>
                  <a:pt x="66755" y="1935"/>
                  <a:pt x="62977" y="2887"/>
                  <a:pt x="59205" y="3856"/>
                </a:cubicBezTo>
                <a:cubicBezTo>
                  <a:pt x="57320" y="4335"/>
                  <a:pt x="55439" y="4826"/>
                  <a:pt x="53553" y="5297"/>
                </a:cubicBezTo>
                <a:cubicBezTo>
                  <a:pt x="52555" y="5546"/>
                  <a:pt x="51495" y="5777"/>
                  <a:pt x="50454" y="5777"/>
                </a:cubicBezTo>
                <a:cubicBezTo>
                  <a:pt x="50073" y="5777"/>
                  <a:pt x="49695" y="5746"/>
                  <a:pt x="49322" y="5674"/>
                </a:cubicBezTo>
                <a:lnTo>
                  <a:pt x="49322" y="5674"/>
                </a:lnTo>
                <a:cubicBezTo>
                  <a:pt x="49700" y="5311"/>
                  <a:pt x="50024" y="4894"/>
                  <a:pt x="50271" y="4425"/>
                </a:cubicBezTo>
                <a:cubicBezTo>
                  <a:pt x="50939" y="3152"/>
                  <a:pt x="50881" y="1556"/>
                  <a:pt x="49736" y="575"/>
                </a:cubicBezTo>
                <a:cubicBezTo>
                  <a:pt x="49292" y="194"/>
                  <a:pt x="48762" y="1"/>
                  <a:pt x="48240" y="1"/>
                </a:cubicBezTo>
                <a:close/>
              </a:path>
            </a:pathLst>
          </a:custGeom>
          <a:solidFill>
            <a:srgbClr val="1A2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720000" y="20334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subTitle" idx="1"/>
          </p:nvPr>
        </p:nvSpPr>
        <p:spPr>
          <a:xfrm>
            <a:off x="720000" y="1212400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title" idx="2"/>
          </p:nvPr>
        </p:nvSpPr>
        <p:spPr>
          <a:xfrm>
            <a:off x="3403800" y="20334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ubTitle" idx="3"/>
          </p:nvPr>
        </p:nvSpPr>
        <p:spPr>
          <a:xfrm>
            <a:off x="3403800" y="2619960"/>
            <a:ext cx="23364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title" idx="4"/>
          </p:nvPr>
        </p:nvSpPr>
        <p:spPr>
          <a:xfrm>
            <a:off x="6087600" y="20334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subTitle" idx="5"/>
          </p:nvPr>
        </p:nvSpPr>
        <p:spPr>
          <a:xfrm>
            <a:off x="6087600" y="2619960"/>
            <a:ext cx="23364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6"/>
          <p:cNvSpPr txBox="1"/>
          <p:nvPr/>
        </p:nvSpPr>
        <p:spPr>
          <a:xfrm>
            <a:off x="722875" y="1269200"/>
            <a:ext cx="770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52" name="Google Shape;152;p26"/>
          <p:cNvSpPr txBox="1">
            <a:spLocks noGrp="1"/>
          </p:cNvSpPr>
          <p:nvPr>
            <p:ph type="subTitle" idx="7"/>
          </p:nvPr>
        </p:nvSpPr>
        <p:spPr>
          <a:xfrm>
            <a:off x="720000" y="2619960"/>
            <a:ext cx="23364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>
            <a:spLocks noGrp="1"/>
          </p:cNvSpPr>
          <p:nvPr>
            <p:ph type="ctrTitle"/>
          </p:nvPr>
        </p:nvSpPr>
        <p:spPr>
          <a:xfrm>
            <a:off x="2429950" y="6698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4" name="Google Shape;214;p32"/>
          <p:cNvSpPr txBox="1">
            <a:spLocks noGrp="1"/>
          </p:cNvSpPr>
          <p:nvPr>
            <p:ph type="subTitle" idx="1"/>
          </p:nvPr>
        </p:nvSpPr>
        <p:spPr>
          <a:xfrm>
            <a:off x="2425075" y="1785425"/>
            <a:ext cx="4293900" cy="11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5" name="Google Shape;215;p32"/>
          <p:cNvSpPr txBox="1"/>
          <p:nvPr/>
        </p:nvSpPr>
        <p:spPr>
          <a:xfrm>
            <a:off x="1949275" y="3630525"/>
            <a:ext cx="524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/>
          <p:nvPr/>
        </p:nvSpPr>
        <p:spPr>
          <a:xfrm rot="6299998">
            <a:off x="-2198661" y="1451893"/>
            <a:ext cx="6131305" cy="1981148"/>
          </a:xfrm>
          <a:custGeom>
            <a:avLst/>
            <a:gdLst/>
            <a:ahLst/>
            <a:cxnLst/>
            <a:rect l="l" t="t" r="r" b="b"/>
            <a:pathLst>
              <a:path w="70513" h="22784" fill="none" extrusionOk="0">
                <a:moveTo>
                  <a:pt x="1" y="22784"/>
                </a:moveTo>
                <a:cubicBezTo>
                  <a:pt x="78" y="17707"/>
                  <a:pt x="4677" y="13130"/>
                  <a:pt x="9754" y="13077"/>
                </a:cubicBezTo>
                <a:cubicBezTo>
                  <a:pt x="14354" y="13028"/>
                  <a:pt x="19240" y="16105"/>
                  <a:pt x="23254" y="13856"/>
                </a:cubicBezTo>
                <a:cubicBezTo>
                  <a:pt x="25826" y="12413"/>
                  <a:pt x="26970" y="9222"/>
                  <a:pt x="29433" y="7602"/>
                </a:cubicBezTo>
                <a:cubicBezTo>
                  <a:pt x="32273" y="5734"/>
                  <a:pt x="36006" y="6418"/>
                  <a:pt x="39348" y="7046"/>
                </a:cubicBezTo>
                <a:cubicBezTo>
                  <a:pt x="42690" y="7672"/>
                  <a:pt x="46564" y="8033"/>
                  <a:pt x="49087" y="5756"/>
                </a:cubicBezTo>
                <a:cubicBezTo>
                  <a:pt x="50029" y="4906"/>
                  <a:pt x="50694" y="3653"/>
                  <a:pt x="50533" y="2396"/>
                </a:cubicBezTo>
                <a:cubicBezTo>
                  <a:pt x="50372" y="1138"/>
                  <a:pt x="49194" y="1"/>
                  <a:pt x="47937" y="168"/>
                </a:cubicBezTo>
                <a:cubicBezTo>
                  <a:pt x="46486" y="360"/>
                  <a:pt x="45677" y="2206"/>
                  <a:pt x="46210" y="3570"/>
                </a:cubicBezTo>
                <a:cubicBezTo>
                  <a:pt x="46742" y="4936"/>
                  <a:pt x="48216" y="5746"/>
                  <a:pt x="49672" y="5910"/>
                </a:cubicBezTo>
                <a:cubicBezTo>
                  <a:pt x="51126" y="6076"/>
                  <a:pt x="52584" y="5711"/>
                  <a:pt x="54003" y="5350"/>
                </a:cubicBezTo>
                <a:lnTo>
                  <a:pt x="70512" y="1146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5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4"/>
          <p:cNvSpPr/>
          <p:nvPr/>
        </p:nvSpPr>
        <p:spPr>
          <a:xfrm rot="-3477191" flipH="1">
            <a:off x="6679079" y="2981473"/>
            <a:ext cx="3817348" cy="1730421"/>
          </a:xfrm>
          <a:custGeom>
            <a:avLst/>
            <a:gdLst/>
            <a:ahLst/>
            <a:cxnLst/>
            <a:rect l="l" t="t" r="r" b="b"/>
            <a:pathLst>
              <a:path w="102119" h="46291" fill="none" extrusionOk="0">
                <a:moveTo>
                  <a:pt x="0" y="10512"/>
                </a:moveTo>
                <a:cubicBezTo>
                  <a:pt x="6793" y="7281"/>
                  <a:pt x="15092" y="7545"/>
                  <a:pt x="21890" y="10627"/>
                </a:cubicBezTo>
                <a:cubicBezTo>
                  <a:pt x="26148" y="12558"/>
                  <a:pt x="29902" y="15465"/>
                  <a:pt x="33149" y="18804"/>
                </a:cubicBezTo>
                <a:cubicBezTo>
                  <a:pt x="36082" y="21824"/>
                  <a:pt x="40049" y="24215"/>
                  <a:pt x="44336" y="24516"/>
                </a:cubicBezTo>
                <a:cubicBezTo>
                  <a:pt x="50563" y="24955"/>
                  <a:pt x="56091" y="21246"/>
                  <a:pt x="59910" y="16620"/>
                </a:cubicBezTo>
                <a:cubicBezTo>
                  <a:pt x="63886" y="11806"/>
                  <a:pt x="65956" y="5118"/>
                  <a:pt x="71906" y="2208"/>
                </a:cubicBezTo>
                <a:cubicBezTo>
                  <a:pt x="76422" y="1"/>
                  <a:pt x="81919" y="184"/>
                  <a:pt x="86284" y="2669"/>
                </a:cubicBezTo>
                <a:cubicBezTo>
                  <a:pt x="92197" y="6037"/>
                  <a:pt x="93416" y="13202"/>
                  <a:pt x="94796" y="19262"/>
                </a:cubicBezTo>
                <a:cubicBezTo>
                  <a:pt x="95965" y="24401"/>
                  <a:pt x="97397" y="29492"/>
                  <a:pt x="98794" y="34574"/>
                </a:cubicBezTo>
                <a:cubicBezTo>
                  <a:pt x="99870" y="38488"/>
                  <a:pt x="100978" y="42393"/>
                  <a:pt x="102119" y="4629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38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/>
          <p:nvPr/>
        </p:nvSpPr>
        <p:spPr>
          <a:xfrm>
            <a:off x="7009950" y="3442975"/>
            <a:ext cx="2775507" cy="1992708"/>
          </a:xfrm>
          <a:custGeom>
            <a:avLst/>
            <a:gdLst/>
            <a:ahLst/>
            <a:cxnLst/>
            <a:rect l="l" t="t" r="r" b="b"/>
            <a:pathLst>
              <a:path w="66920" h="48046" fill="none" extrusionOk="0">
                <a:moveTo>
                  <a:pt x="1" y="48045"/>
                </a:moveTo>
                <a:cubicBezTo>
                  <a:pt x="7693" y="38710"/>
                  <a:pt x="17061" y="30760"/>
                  <a:pt x="27523" y="24690"/>
                </a:cubicBezTo>
                <a:cubicBezTo>
                  <a:pt x="28791" y="23955"/>
                  <a:pt x="30118" y="23231"/>
                  <a:pt x="31575" y="23062"/>
                </a:cubicBezTo>
                <a:cubicBezTo>
                  <a:pt x="33031" y="22894"/>
                  <a:pt x="34661" y="23405"/>
                  <a:pt x="35417" y="24662"/>
                </a:cubicBezTo>
                <a:cubicBezTo>
                  <a:pt x="36524" y="26499"/>
                  <a:pt x="35004" y="29166"/>
                  <a:pt x="32882" y="29484"/>
                </a:cubicBezTo>
                <a:cubicBezTo>
                  <a:pt x="30761" y="29801"/>
                  <a:pt x="28665" y="28109"/>
                  <a:pt x="28137" y="26029"/>
                </a:cubicBezTo>
                <a:cubicBezTo>
                  <a:pt x="27220" y="22427"/>
                  <a:pt x="30181" y="19072"/>
                  <a:pt x="33045" y="16703"/>
                </a:cubicBezTo>
                <a:cubicBezTo>
                  <a:pt x="42836" y="8607"/>
                  <a:pt x="54536" y="2836"/>
                  <a:pt x="6692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5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5"/>
          <p:cNvSpPr/>
          <p:nvPr/>
        </p:nvSpPr>
        <p:spPr>
          <a:xfrm rot="9148124">
            <a:off x="-523008" y="10675"/>
            <a:ext cx="2263940" cy="421428"/>
          </a:xfrm>
          <a:custGeom>
            <a:avLst/>
            <a:gdLst/>
            <a:ahLst/>
            <a:cxnLst/>
            <a:rect l="l" t="t" r="r" b="b"/>
            <a:pathLst>
              <a:path w="56627" h="10541" fill="none" extrusionOk="0">
                <a:moveTo>
                  <a:pt x="56626" y="9350"/>
                </a:moveTo>
                <a:cubicBezTo>
                  <a:pt x="56216" y="9918"/>
                  <a:pt x="55390" y="10221"/>
                  <a:pt x="54473" y="10357"/>
                </a:cubicBezTo>
                <a:cubicBezTo>
                  <a:pt x="53237" y="10541"/>
                  <a:pt x="51831" y="10424"/>
                  <a:pt x="51046" y="10235"/>
                </a:cubicBezTo>
                <a:cubicBezTo>
                  <a:pt x="49931" y="9970"/>
                  <a:pt x="48871" y="9495"/>
                  <a:pt x="47895" y="8904"/>
                </a:cubicBezTo>
                <a:cubicBezTo>
                  <a:pt x="45933" y="7715"/>
                  <a:pt x="44265" y="6104"/>
                  <a:pt x="42432" y="4727"/>
                </a:cubicBezTo>
                <a:cubicBezTo>
                  <a:pt x="39656" y="2640"/>
                  <a:pt x="36445" y="1075"/>
                  <a:pt x="33025" y="478"/>
                </a:cubicBezTo>
                <a:cubicBezTo>
                  <a:pt x="30295" y="1"/>
                  <a:pt x="27337" y="232"/>
                  <a:pt x="24755" y="1275"/>
                </a:cubicBezTo>
                <a:cubicBezTo>
                  <a:pt x="21184" y="2717"/>
                  <a:pt x="18291" y="5376"/>
                  <a:pt x="14828" y="7030"/>
                </a:cubicBezTo>
                <a:cubicBezTo>
                  <a:pt x="11909" y="8424"/>
                  <a:pt x="8465" y="9221"/>
                  <a:pt x="5264" y="8512"/>
                </a:cubicBezTo>
                <a:cubicBezTo>
                  <a:pt x="4295" y="8300"/>
                  <a:pt x="3350" y="7987"/>
                  <a:pt x="2445" y="7579"/>
                </a:cubicBezTo>
                <a:cubicBezTo>
                  <a:pt x="1946" y="7354"/>
                  <a:pt x="189" y="6696"/>
                  <a:pt x="1" y="6154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38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Serif Pro"/>
              <a:buNone/>
              <a:defRPr sz="35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2" r:id="rId4"/>
    <p:sldLayoutId id="2147483678" r:id="rId5"/>
    <p:sldLayoutId id="2147483679" r:id="rId6"/>
    <p:sldLayoutId id="2147483680" r:id="rId7"/>
    <p:sldLayoutId id="214748368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>
            <a:spLocks noGrp="1"/>
          </p:cNvSpPr>
          <p:nvPr>
            <p:ph type="ctrTitle"/>
          </p:nvPr>
        </p:nvSpPr>
        <p:spPr>
          <a:xfrm>
            <a:off x="846150" y="1296850"/>
            <a:ext cx="7451700" cy="218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Курсовая работа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4" name="Google Shape;234;p39"/>
          <p:cNvSpPr txBox="1">
            <a:spLocks noGrp="1"/>
          </p:cNvSpPr>
          <p:nvPr>
            <p:ph type="subTitle" idx="1"/>
          </p:nvPr>
        </p:nvSpPr>
        <p:spPr>
          <a:xfrm>
            <a:off x="2392500" y="364755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Калинин Никита ЭФБО-09-23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</a:t>
            </a:r>
            <a:r>
              <a:rPr lang="en-US" dirty="0"/>
              <a:t>ER </a:t>
            </a:r>
            <a:r>
              <a:rPr lang="ru-RU" dirty="0"/>
              <a:t>диаграмма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51A89-68CF-BC54-3466-3AF3FAD9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02375" y="1132007"/>
            <a:ext cx="6339249" cy="3322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</a:t>
            </a:r>
            <a:r>
              <a:rPr lang="en-US" dirty="0"/>
              <a:t>Use-Case </a:t>
            </a:r>
            <a:r>
              <a:rPr lang="ru-RU" dirty="0"/>
              <a:t>диаграмма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E8B58-7F63-7BD5-BB1D-53764BA0B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15779" y="1084521"/>
            <a:ext cx="4512440" cy="3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20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</a:t>
            </a:r>
            <a:r>
              <a:rPr lang="en-US" dirty="0"/>
              <a:t>Sequence </a:t>
            </a:r>
            <a:r>
              <a:rPr lang="ru-RU" dirty="0"/>
              <a:t>диаграмма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54102B-1766-ADAD-DDCA-0F1C15493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0924" y="1105291"/>
            <a:ext cx="2269323" cy="3811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C49C2E-CDC2-5EDC-B535-DBC088C90C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1484" y="1139955"/>
            <a:ext cx="3690028" cy="374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7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</a:t>
            </a:r>
            <a:r>
              <a:rPr lang="en-US" dirty="0"/>
              <a:t>Sequence </a:t>
            </a:r>
            <a:r>
              <a:rPr lang="ru-RU" dirty="0"/>
              <a:t>диаграмма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5161A-7EBD-D375-8662-6068F33502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11274" y="1130779"/>
            <a:ext cx="3046759" cy="3742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887E01-F53C-B35A-8AEB-9C912B586E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4468" y="1087378"/>
            <a:ext cx="3186026" cy="375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81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Диаграмма классов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9585A-1C61-F725-07A6-138A8C3B92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73470" y="1117638"/>
            <a:ext cx="3997058" cy="368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81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Диаграмма процессов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16508E-7C2E-9C8A-0E6E-22FC0A877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093380"/>
            <a:ext cx="7772399" cy="387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0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 </a:t>
            </a:r>
            <a:r>
              <a:rPr lang="en-US" dirty="0"/>
              <a:t>Swagger </a:t>
            </a:r>
            <a:r>
              <a:rPr lang="ru-RU" dirty="0"/>
              <a:t>документация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17601-1F2F-65B0-9A54-28CA0B4C9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711"/>
          <a:stretch>
            <a:fillRect/>
          </a:stretch>
        </p:blipFill>
        <p:spPr>
          <a:xfrm>
            <a:off x="720000" y="1333692"/>
            <a:ext cx="3552042" cy="26587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1391E8-0A3C-8DCF-DCAB-EFBF4975D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07" b="39280"/>
          <a:stretch>
            <a:fillRect/>
          </a:stretch>
        </p:blipFill>
        <p:spPr>
          <a:xfrm>
            <a:off x="5326202" y="1243539"/>
            <a:ext cx="3097798" cy="283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90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Главная страница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007B8-39B1-7202-D38E-6EE2640D5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454" y="1141868"/>
            <a:ext cx="5777092" cy="374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1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85061" y="445025"/>
            <a:ext cx="900932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Страницы регистрации и авторизации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583100-9AB6-B587-8131-8491A581F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910" y="1210996"/>
            <a:ext cx="2737484" cy="34874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820C16-2C76-E879-66B2-01A1DC0B7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181" y="1210996"/>
            <a:ext cx="2762876" cy="348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95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804122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ru-RU" dirty="0"/>
              <a:t>Страница с корзиной пользователя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7F3FF-3900-0279-5AF3-FBE4BA08F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507" y="1356060"/>
            <a:ext cx="5224514" cy="340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44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804122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ru-RU" dirty="0"/>
              <a:t>Страница с описанием цветка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7F3FF-3900-0279-5AF3-FBE4BA08F3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85507" y="1372012"/>
            <a:ext cx="5224514" cy="337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31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41228" cy="9655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ru-RU" dirty="0"/>
              <a:t>Страница </a:t>
            </a:r>
            <a:r>
              <a:rPr lang="en-US" dirty="0"/>
              <a:t> </a:t>
            </a:r>
            <a:r>
              <a:rPr lang="ru-RU" dirty="0"/>
              <a:t>администратора с пользователями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7F3FF-3900-0279-5AF3-FBE4BA08F3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1887" y="1835099"/>
            <a:ext cx="3735192" cy="2269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6AF584-89F2-40FF-C032-D859137C1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922" y="1835100"/>
            <a:ext cx="3711040" cy="226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12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804122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ru-RU" dirty="0"/>
              <a:t>Страницы добавления цветка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7F3FF-3900-0279-5AF3-FBE4BA08F3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6978" y="1592348"/>
            <a:ext cx="4077088" cy="24905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1EA1A6-66E7-4B7C-C062-2630BAEC6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211" y="1588188"/>
            <a:ext cx="4077088" cy="248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08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804122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Тестирование приложения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913A3-89AD-A34B-26AA-B475003BC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428" y="1731537"/>
            <a:ext cx="4400656" cy="2332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C886BF-F87E-85F2-3079-4EE3FD408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44" y="1731537"/>
            <a:ext cx="3630070" cy="233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0"/>
          <p:cNvSpPr txBox="1">
            <a:spLocks noGrp="1"/>
          </p:cNvSpPr>
          <p:nvPr>
            <p:ph type="subTitle" idx="1"/>
          </p:nvPr>
        </p:nvSpPr>
        <p:spPr>
          <a:xfrm>
            <a:off x="1506680" y="2226359"/>
            <a:ext cx="6130640" cy="6907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/>
              <a:t>Спасибо за внимание</a:t>
            </a:r>
            <a:endParaRPr sz="3600" dirty="0"/>
          </a:p>
        </p:txBody>
      </p:sp>
      <p:sp>
        <p:nvSpPr>
          <p:cNvPr id="718" name="Google Shape;718;p70"/>
          <p:cNvSpPr/>
          <p:nvPr/>
        </p:nvSpPr>
        <p:spPr>
          <a:xfrm rot="7863976">
            <a:off x="-1796505" y="1428404"/>
            <a:ext cx="5023233" cy="1697368"/>
          </a:xfrm>
          <a:custGeom>
            <a:avLst/>
            <a:gdLst/>
            <a:ahLst/>
            <a:cxnLst/>
            <a:rect l="l" t="t" r="r" b="b"/>
            <a:pathLst>
              <a:path w="110135" h="37215" fill="none" extrusionOk="0">
                <a:moveTo>
                  <a:pt x="1" y="37214"/>
                </a:moveTo>
                <a:cubicBezTo>
                  <a:pt x="1759" y="31508"/>
                  <a:pt x="6718" y="26906"/>
                  <a:pt x="12539" y="25577"/>
                </a:cubicBezTo>
                <a:cubicBezTo>
                  <a:pt x="18505" y="24214"/>
                  <a:pt x="24768" y="26113"/>
                  <a:pt x="30841" y="25358"/>
                </a:cubicBezTo>
                <a:cubicBezTo>
                  <a:pt x="36514" y="24654"/>
                  <a:pt x="41845" y="21527"/>
                  <a:pt x="45228" y="16920"/>
                </a:cubicBezTo>
                <a:cubicBezTo>
                  <a:pt x="45756" y="16199"/>
                  <a:pt x="46255" y="15403"/>
                  <a:pt x="46311" y="14510"/>
                </a:cubicBezTo>
                <a:cubicBezTo>
                  <a:pt x="46370" y="13619"/>
                  <a:pt x="45838" y="12630"/>
                  <a:pt x="44961" y="12466"/>
                </a:cubicBezTo>
                <a:cubicBezTo>
                  <a:pt x="43719" y="12235"/>
                  <a:pt x="42763" y="13857"/>
                  <a:pt x="43190" y="15048"/>
                </a:cubicBezTo>
                <a:cubicBezTo>
                  <a:pt x="43618" y="16237"/>
                  <a:pt x="44868" y="16923"/>
                  <a:pt x="46084" y="17270"/>
                </a:cubicBezTo>
                <a:cubicBezTo>
                  <a:pt x="50775" y="18616"/>
                  <a:pt x="55741" y="16490"/>
                  <a:pt x="59879" y="13906"/>
                </a:cubicBezTo>
                <a:cubicBezTo>
                  <a:pt x="64018" y="11323"/>
                  <a:pt x="67989" y="8164"/>
                  <a:pt x="72758" y="7134"/>
                </a:cubicBezTo>
                <a:cubicBezTo>
                  <a:pt x="77983" y="6007"/>
                  <a:pt x="83372" y="7604"/>
                  <a:pt x="88715" y="7797"/>
                </a:cubicBezTo>
                <a:cubicBezTo>
                  <a:pt x="96498" y="8077"/>
                  <a:pt x="104351" y="5220"/>
                  <a:pt x="110134" y="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5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70"/>
          <p:cNvSpPr/>
          <p:nvPr/>
        </p:nvSpPr>
        <p:spPr>
          <a:xfrm rot="-8509998">
            <a:off x="6197519" y="482208"/>
            <a:ext cx="3000141" cy="1559538"/>
          </a:xfrm>
          <a:custGeom>
            <a:avLst/>
            <a:gdLst/>
            <a:ahLst/>
            <a:cxnLst/>
            <a:rect l="l" t="t" r="r" b="b"/>
            <a:pathLst>
              <a:path w="52695" h="27392" fill="none" extrusionOk="0">
                <a:moveTo>
                  <a:pt x="0" y="26282"/>
                </a:moveTo>
                <a:cubicBezTo>
                  <a:pt x="9741" y="22937"/>
                  <a:pt x="17618" y="14606"/>
                  <a:pt x="20411" y="4694"/>
                </a:cubicBezTo>
                <a:cubicBezTo>
                  <a:pt x="20766" y="3436"/>
                  <a:pt x="20984" y="1912"/>
                  <a:pt x="20077" y="969"/>
                </a:cubicBezTo>
                <a:cubicBezTo>
                  <a:pt x="19147" y="1"/>
                  <a:pt x="17423" y="244"/>
                  <a:pt x="16465" y="1184"/>
                </a:cubicBezTo>
                <a:cubicBezTo>
                  <a:pt x="15508" y="2125"/>
                  <a:pt x="15175" y="3532"/>
                  <a:pt x="15090" y="4871"/>
                </a:cubicBezTo>
                <a:cubicBezTo>
                  <a:pt x="14773" y="9889"/>
                  <a:pt x="17606" y="14972"/>
                  <a:pt x="22041" y="17343"/>
                </a:cubicBezTo>
                <a:cubicBezTo>
                  <a:pt x="25392" y="19133"/>
                  <a:pt x="29330" y="19394"/>
                  <a:pt x="33129" y="19409"/>
                </a:cubicBezTo>
                <a:cubicBezTo>
                  <a:pt x="36929" y="19421"/>
                  <a:pt x="40796" y="19234"/>
                  <a:pt x="44458" y="20245"/>
                </a:cubicBezTo>
                <a:cubicBezTo>
                  <a:pt x="48121" y="21254"/>
                  <a:pt x="51635" y="23744"/>
                  <a:pt x="52695" y="27392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5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93BDB-7415-F4EF-C7DC-C7B10B987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890" y="3365338"/>
            <a:ext cx="6306430" cy="1276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arly Pregnancy Loss Clinical Case by Slidesgo">
  <a:themeElements>
    <a:clrScheme name="Simple Light">
      <a:dk1>
        <a:srgbClr val="191919"/>
      </a:dk1>
      <a:lt1>
        <a:srgbClr val="F3EEE8"/>
      </a:lt1>
      <a:dk2>
        <a:srgbClr val="7D7D7D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57</Words>
  <Application>Microsoft Macintosh PowerPoint</Application>
  <PresentationFormat>On-screen Show (16:9)</PresentationFormat>
  <Paragraphs>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Roboto Condensed Light</vt:lpstr>
      <vt:lpstr>Mulish</vt:lpstr>
      <vt:lpstr>Source Serif Pro</vt:lpstr>
      <vt:lpstr>Early Pregnancy Loss Clinical Case by Slidesgo</vt:lpstr>
      <vt:lpstr>Курсовая работа</vt:lpstr>
      <vt:lpstr>  ER диаграмма</vt:lpstr>
      <vt:lpstr>  Use-Case диаграмма</vt:lpstr>
      <vt:lpstr>  Sequence диаграмма</vt:lpstr>
      <vt:lpstr>  Sequence диаграмма</vt:lpstr>
      <vt:lpstr>  Диаграмма классов</vt:lpstr>
      <vt:lpstr>  Диаграмма процессов</vt:lpstr>
      <vt:lpstr>   Swagger документация</vt:lpstr>
      <vt:lpstr>  Главная страница</vt:lpstr>
      <vt:lpstr>Страницы регистрации и авторизации</vt:lpstr>
      <vt:lpstr> Страница с корзиной пользователя</vt:lpstr>
      <vt:lpstr> Страница с описанием цветка</vt:lpstr>
      <vt:lpstr> Страница  администратора с пользователями</vt:lpstr>
      <vt:lpstr> Страницы добавления цветка</vt:lpstr>
      <vt:lpstr>Тестирование приложения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NKTKLN</dc:creator>
  <cp:lastModifiedBy>NKTKLN</cp:lastModifiedBy>
  <cp:revision>6</cp:revision>
  <dcterms:modified xsi:type="dcterms:W3CDTF">2025-06-17T16:21:43Z</dcterms:modified>
</cp:coreProperties>
</file>