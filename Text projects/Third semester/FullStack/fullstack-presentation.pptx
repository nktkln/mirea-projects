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57" r:id="rId3"/>
    <p:sldId id="303" r:id="rId4"/>
    <p:sldId id="304" r:id="rId5"/>
    <p:sldId id="305" r:id="rId6"/>
    <p:sldId id="306" r:id="rId7"/>
    <p:sldId id="307" r:id="rId8"/>
    <p:sldId id="308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262080-4D2B-4A5B-A0F9-8EBCC3C89D08}">
  <a:tblStyle styleId="{9A262080-4D2B-4A5B-A0F9-8EBCC3C89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FFF5422-8B78-4933-901C-EF1DB95BD9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5630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407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532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047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708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182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50" y="2137055"/>
            <a:ext cx="7713900" cy="8693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ФУЛЛСТЕК РАЗРАБОТКА</a:t>
            </a:r>
            <a:endParaRPr sz="4000" b="0" dirty="0"/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Сделал</a:t>
            </a:r>
            <a:r>
              <a:rPr lang="en-US" dirty="0"/>
              <a:t>: </a:t>
            </a:r>
            <a:r>
              <a:rPr lang="ru-RU" dirty="0"/>
              <a:t>Калинин Никита ЭФБО-09-23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Основы </a:t>
            </a:r>
            <a:r>
              <a:rPr lang="en-US" dirty="0"/>
              <a:t>HTML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4" y="1090733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</a:t>
            </a:r>
            <a:r>
              <a:rPr lang="en-US" sz="1600" dirty="0"/>
              <a:t> </a:t>
            </a:r>
            <a:r>
              <a:rPr lang="ru-RU" sz="1600" dirty="0"/>
              <a:t>кода </a:t>
            </a:r>
            <a:r>
              <a:rPr lang="en-US" sz="1600" dirty="0"/>
              <a:t>HTML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14" y="1590425"/>
            <a:ext cx="3987446" cy="3039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8D9AB3-B136-412C-B08B-ED1F5D4BD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821" y="1590425"/>
            <a:ext cx="2846057" cy="3043434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Страница </a:t>
            </a:r>
            <a:r>
              <a:rPr lang="en-US" sz="1600" dirty="0"/>
              <a:t>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Углубленное изучение </a:t>
            </a:r>
            <a:r>
              <a:rPr lang="en-US" dirty="0"/>
              <a:t>HTML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1" y="1102555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</a:t>
            </a:r>
            <a:r>
              <a:rPr lang="en-US" sz="1600" dirty="0"/>
              <a:t> </a:t>
            </a:r>
            <a:r>
              <a:rPr lang="ru-RU" sz="1600" dirty="0"/>
              <a:t>кода </a:t>
            </a:r>
            <a:r>
              <a:rPr lang="en-US" sz="1600" dirty="0"/>
              <a:t>HTML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512" y="1649446"/>
            <a:ext cx="3987446" cy="1844607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Использование тега </a:t>
            </a:r>
            <a:r>
              <a:rPr lang="en-US" sz="1600" dirty="0"/>
              <a:t>form</a:t>
            </a:r>
            <a:r>
              <a:rPr lang="ru-RU" sz="1600" dirty="0"/>
              <a:t> на странице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2E7EA9-16C5-4847-80F2-21B4A73FF2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4" t="1378" b="73"/>
          <a:stretch/>
        </p:blipFill>
        <p:spPr>
          <a:xfrm>
            <a:off x="4894127" y="1649446"/>
            <a:ext cx="3987447" cy="300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74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Основы </a:t>
            </a:r>
            <a:r>
              <a:rPr lang="en-US" dirty="0"/>
              <a:t>CSS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4" y="1102555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 </a:t>
            </a:r>
            <a:r>
              <a:rPr lang="en-US" sz="1600" dirty="0"/>
              <a:t>CSS </a:t>
            </a:r>
            <a:r>
              <a:rPr lang="ru-RU" sz="1600" dirty="0"/>
              <a:t>кода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514" y="1586101"/>
            <a:ext cx="3987446" cy="2206750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Использование </a:t>
            </a:r>
            <a:r>
              <a:rPr lang="en-US" sz="1600" dirty="0"/>
              <a:t>CSS </a:t>
            </a:r>
            <a:r>
              <a:rPr lang="ru-RU" sz="1600" dirty="0"/>
              <a:t>на странице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F4B6FF-2815-431A-B41D-0C11F8302C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6"/>
          <a:stretch/>
        </p:blipFill>
        <p:spPr>
          <a:xfrm>
            <a:off x="4894126" y="1586101"/>
            <a:ext cx="3987447" cy="26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4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Адаптивная верстка и макеты CSS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2" y="1107603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 кода адаптивной верстки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1072" y="1566781"/>
            <a:ext cx="3649701" cy="3420960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Использование адаптивной верстки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BF25-E7D2-41C0-8CCD-05D47C2D5F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7686" y="1566781"/>
            <a:ext cx="3980327" cy="299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1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Основы </a:t>
            </a:r>
            <a:r>
              <a:rPr lang="en-US" dirty="0"/>
              <a:t>JavaScript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2" y="1107603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</a:t>
            </a:r>
            <a:r>
              <a:rPr lang="en-US" sz="1600" dirty="0"/>
              <a:t> </a:t>
            </a:r>
            <a:r>
              <a:rPr lang="ru-RU" sz="1600" dirty="0"/>
              <a:t>кода станартной страницы </a:t>
            </a:r>
            <a:r>
              <a:rPr lang="en-US" sz="1600" dirty="0"/>
              <a:t>HTML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512" y="1586101"/>
            <a:ext cx="3987446" cy="1175714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Страница </a:t>
            </a:r>
            <a:r>
              <a:rPr lang="en-US" sz="1600" dirty="0"/>
              <a:t>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60B516-164E-4FB2-BEC6-6E6C27F2D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495" y="1586101"/>
            <a:ext cx="3190240" cy="14878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5A698D-B893-452C-A5D5-D4FCA9CBF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495" y="3357284"/>
            <a:ext cx="3190240" cy="136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9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Работа с DOM и событиями</a:t>
            </a:r>
            <a:endParaRPr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58512" y="1107603"/>
            <a:ext cx="3987447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Пример кода</a:t>
            </a:r>
            <a:r>
              <a:rPr lang="en-US" sz="1600" dirty="0"/>
              <a:t> </a:t>
            </a:r>
            <a:r>
              <a:rPr lang="ru-RU" sz="1600" dirty="0"/>
              <a:t>работы с </a:t>
            </a:r>
            <a:r>
              <a:rPr lang="en-US" sz="1600" dirty="0"/>
              <a:t>DOM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BC26-C62F-47E3-BDE9-B1BE00A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511" y="1566780"/>
            <a:ext cx="3987447" cy="1290701"/>
          </a:xfrm>
          <a:prstGeom prst="rect">
            <a:avLst/>
          </a:prstGeom>
        </p:spPr>
      </p:pic>
      <p:sp>
        <p:nvSpPr>
          <p:cNvPr id="17" name="Google Shape;507;p30">
            <a:extLst>
              <a:ext uri="{FF2B5EF4-FFF2-40B4-BE49-F238E27FC236}">
                <a16:creationId xmlns:a16="http://schemas.microsoft.com/office/drawing/2014/main" id="{F692DBD0-F28C-430A-97A6-08D2AEF43571}"/>
              </a:ext>
            </a:extLst>
          </p:cNvPr>
          <p:cNvSpPr txBox="1">
            <a:spLocks/>
          </p:cNvSpPr>
          <p:nvPr/>
        </p:nvSpPr>
        <p:spPr>
          <a:xfrm>
            <a:off x="4894127" y="1102555"/>
            <a:ext cx="398744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/>
            <a:r>
              <a:rPr lang="ru-RU" sz="1600" dirty="0"/>
              <a:t>Использование </a:t>
            </a:r>
            <a:r>
              <a:rPr lang="en-US" sz="1600" dirty="0"/>
              <a:t>DOM </a:t>
            </a:r>
            <a:r>
              <a:rPr lang="ru-RU" sz="1600" dirty="0"/>
              <a:t>для анимации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BF25-E7D2-41C0-8CCD-05D47C2D5F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78765" y="1695499"/>
            <a:ext cx="3618168" cy="27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4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50" y="2144887"/>
            <a:ext cx="7713900" cy="853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СПАСИБО ЗА ВНИМАНИЕ!</a:t>
            </a:r>
            <a:endParaRPr sz="4000" b="0" dirty="0"/>
          </a:p>
        </p:txBody>
      </p:sp>
    </p:spTree>
    <p:extLst>
      <p:ext uri="{BB962C8B-B14F-4D97-AF65-F5344CB8AC3E}">
        <p14:creationId xmlns:p14="http://schemas.microsoft.com/office/powerpoint/2010/main" val="2253433089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</Words>
  <Application>Microsoft Office PowerPoint</Application>
  <PresentationFormat>On-screen Show (16:9)</PresentationFormat>
  <Paragraphs>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Assistant</vt:lpstr>
      <vt:lpstr>Sora</vt:lpstr>
      <vt:lpstr>Clean Aesthetic Style Marketing Plan by Slidesgo</vt:lpstr>
      <vt:lpstr>ФУЛЛСТЕК РАЗРАБОТКА</vt:lpstr>
      <vt:lpstr>Основы HTML</vt:lpstr>
      <vt:lpstr>Углубленное изучение HTML</vt:lpstr>
      <vt:lpstr>Основы CSS</vt:lpstr>
      <vt:lpstr>Адаптивная верстка и макеты CSS</vt:lpstr>
      <vt:lpstr>Основы JavaScript</vt:lpstr>
      <vt:lpstr>Работа с DOM и событиями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AESTHETIC STYLE MARKETING PLAN</dc:title>
  <dc:creator>NKTKLN</dc:creator>
  <cp:lastModifiedBy>NKTKLN</cp:lastModifiedBy>
  <cp:revision>9</cp:revision>
  <dcterms:modified xsi:type="dcterms:W3CDTF">2024-12-09T10:05:19Z</dcterms:modified>
</cp:coreProperties>
</file>